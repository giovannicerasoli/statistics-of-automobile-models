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81" r:id="rId4"/>
    <p:sldId id="277" r:id="rId5"/>
    <p:sldId id="278" r:id="rId6"/>
    <p:sldId id="260" r:id="rId7"/>
    <p:sldId id="282" r:id="rId8"/>
    <p:sldId id="284" r:id="rId9"/>
    <p:sldId id="264" r:id="rId10"/>
    <p:sldId id="263" r:id="rId11"/>
    <p:sldId id="285" r:id="rId12"/>
    <p:sldId id="267" r:id="rId13"/>
    <p:sldId id="287" r:id="rId14"/>
    <p:sldId id="288" r:id="rId15"/>
    <p:sldId id="289" r:id="rId16"/>
    <p:sldId id="290" r:id="rId17"/>
    <p:sldId id="291" r:id="rId18"/>
    <p:sldId id="292" r:id="rId19"/>
    <p:sldId id="294" r:id="rId20"/>
    <p:sldId id="295" r:id="rId21"/>
    <p:sldId id="296" r:id="rId22"/>
    <p:sldId id="297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72" d="100"/>
          <a:sy n="72" d="100"/>
        </p:scale>
        <p:origin x="798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BBA9D4-E57D-4377-B6A8-2C862927FBC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7A527E-0F97-406B-90B0-139029558AF5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algn="ctr">
            <a:defRPr cap="all"/>
          </a:pPr>
          <a:r>
            <a:rPr lang="it-IT" u="sng" noProof="0" dirty="0"/>
            <a:t>74</a:t>
          </a:r>
          <a:r>
            <a:rPr lang="it-IT" u="sng" baseline="0" noProof="0" dirty="0"/>
            <a:t> osservazioni</a:t>
          </a:r>
          <a:r>
            <a:rPr lang="it-IT" baseline="0" noProof="0" dirty="0"/>
            <a:t>: diversi modelli di auto VENDUTI NEL 1979 NEGLI STATI UNITI D’AMERICA</a:t>
          </a:r>
          <a:endParaRPr lang="it-IT" noProof="0" dirty="0"/>
        </a:p>
      </dgm:t>
    </dgm:pt>
    <dgm:pt modelId="{B36E676A-89C8-45F8-BD65-B4003927DB30}" type="parTrans" cxnId="{A5AE16E6-3E6B-4530-8500-EDBF5FB1FFC1}">
      <dgm:prSet/>
      <dgm:spPr/>
      <dgm:t>
        <a:bodyPr/>
        <a:lstStyle/>
        <a:p>
          <a:endParaRPr lang="it-IT" noProof="0" dirty="0"/>
        </a:p>
      </dgm:t>
    </dgm:pt>
    <dgm:pt modelId="{A4C7D196-205F-411A-8719-BB2411DBAA26}" type="sibTrans" cxnId="{A5AE16E6-3E6B-4530-8500-EDBF5FB1FFC1}">
      <dgm:prSet/>
      <dgm:spPr/>
      <dgm:t>
        <a:bodyPr/>
        <a:lstStyle/>
        <a:p>
          <a:endParaRPr lang="it-IT" noProof="0" dirty="0"/>
        </a:p>
      </dgm:t>
    </dgm:pt>
    <dgm:pt modelId="{203A5AAD-C296-45E2-BA8D-44753410C69B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algn="ctr">
            <a:defRPr cap="all"/>
          </a:pPr>
          <a:r>
            <a:rPr lang="it-IT" u="sng" noProof="0" dirty="0"/>
            <a:t>15 Variabili</a:t>
          </a:r>
          <a:r>
            <a:rPr lang="it-IT" noProof="0" dirty="0"/>
            <a:t>: origine, prezzo, livello di riparazioni  e caratteristiche fisiche e meccaniche dell’auto</a:t>
          </a:r>
        </a:p>
      </dgm:t>
    </dgm:pt>
    <dgm:pt modelId="{B116DC97-F94F-4886-89E8-489ECFEA2D5F}" type="parTrans" cxnId="{DA135702-93F7-406B-B268-9EBE8F68588B}">
      <dgm:prSet/>
      <dgm:spPr/>
      <dgm:t>
        <a:bodyPr/>
        <a:lstStyle/>
        <a:p>
          <a:endParaRPr lang="it-IT" noProof="0" dirty="0"/>
        </a:p>
      </dgm:t>
    </dgm:pt>
    <dgm:pt modelId="{9F637796-AED1-4DC6-86F5-661C0DA77DED}" type="sibTrans" cxnId="{DA135702-93F7-406B-B268-9EBE8F68588B}">
      <dgm:prSet/>
      <dgm:spPr/>
      <dgm:t>
        <a:bodyPr/>
        <a:lstStyle/>
        <a:p>
          <a:endParaRPr lang="it-IT" noProof="0" dirty="0"/>
        </a:p>
      </dgm:t>
    </dgm:pt>
    <dgm:pt modelId="{F6CAFB4F-FD61-4B0D-A589-EB144FB9F818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algn="ctr">
            <a:defRPr cap="all"/>
          </a:pPr>
          <a:r>
            <a:rPr lang="it-IT" u="sng" noProof="0" dirty="0"/>
            <a:t>Obiettivo</a:t>
          </a:r>
          <a:r>
            <a:rPr lang="it-IT" noProof="0" dirty="0"/>
            <a:t>: descrizione dei dati rispetto alle variabili rep77 e rep78 (</a:t>
          </a:r>
          <a:r>
            <a:rPr lang="it-IT" dirty="0"/>
            <a:t>VALUTAZIONE su una scala a 5 LIVELLI relativi alle RIPARAZIONI NEI RISPETTIVI ANNI: 5 migliore, 1 peggiore)</a:t>
          </a:r>
          <a:endParaRPr lang="it-IT" noProof="0" dirty="0"/>
        </a:p>
      </dgm:t>
    </dgm:pt>
    <dgm:pt modelId="{987269B1-005D-4D46-A32C-EF5D42100DE0}" type="parTrans" cxnId="{7CDC6AC2-1D59-439D-AA75-BE43FE084A58}">
      <dgm:prSet/>
      <dgm:spPr/>
      <dgm:t>
        <a:bodyPr/>
        <a:lstStyle/>
        <a:p>
          <a:endParaRPr lang="it-IT" noProof="0" dirty="0"/>
        </a:p>
      </dgm:t>
    </dgm:pt>
    <dgm:pt modelId="{2FBFB367-C1A5-465C-9244-9AE77AD088D5}" type="sibTrans" cxnId="{7CDC6AC2-1D59-439D-AA75-BE43FE084A58}">
      <dgm:prSet/>
      <dgm:spPr/>
      <dgm:t>
        <a:bodyPr/>
        <a:lstStyle/>
        <a:p>
          <a:endParaRPr lang="it-IT" noProof="0" dirty="0"/>
        </a:p>
      </dgm:t>
    </dgm:pt>
    <dgm:pt modelId="{987E1B63-A89C-4D9D-8177-A472B585F932}" type="pres">
      <dgm:prSet presAssocID="{F1BBA9D4-E57D-4377-B6A8-2C862927FBC7}" presName="linear" presStyleCnt="0">
        <dgm:presLayoutVars>
          <dgm:animLvl val="lvl"/>
          <dgm:resizeHandles val="exact"/>
        </dgm:presLayoutVars>
      </dgm:prSet>
      <dgm:spPr/>
    </dgm:pt>
    <dgm:pt modelId="{04AA998D-0BFC-4EBD-B0D7-2BF4C47554CF}" type="pres">
      <dgm:prSet presAssocID="{A67A527E-0F97-406B-90B0-139029558A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735485A-30AD-4CCD-8D48-754202499831}" type="pres">
      <dgm:prSet presAssocID="{A4C7D196-205F-411A-8719-BB2411DBAA26}" presName="spacer" presStyleCnt="0"/>
      <dgm:spPr/>
    </dgm:pt>
    <dgm:pt modelId="{36BCF09B-0773-4E94-8176-D13686337602}" type="pres">
      <dgm:prSet presAssocID="{203A5AAD-C296-45E2-BA8D-44753410C69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388D09D-2878-4D8D-A818-CA0C6EABB221}" type="pres">
      <dgm:prSet presAssocID="{9F637796-AED1-4DC6-86F5-661C0DA77DED}" presName="spacer" presStyleCnt="0"/>
      <dgm:spPr/>
    </dgm:pt>
    <dgm:pt modelId="{ED8956F6-4CB8-4625-A25D-E7B021D07558}" type="pres">
      <dgm:prSet presAssocID="{F6CAFB4F-FD61-4B0D-A589-EB144FB9F81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A135702-93F7-406B-B268-9EBE8F68588B}" srcId="{F1BBA9D4-E57D-4377-B6A8-2C862927FBC7}" destId="{203A5AAD-C296-45E2-BA8D-44753410C69B}" srcOrd="1" destOrd="0" parTransId="{B116DC97-F94F-4886-89E8-489ECFEA2D5F}" sibTransId="{9F637796-AED1-4DC6-86F5-661C0DA77DED}"/>
    <dgm:cxn modelId="{68080B22-8004-4B57-A76A-BE6FB8B30BE6}" type="presOf" srcId="{203A5AAD-C296-45E2-BA8D-44753410C69B}" destId="{36BCF09B-0773-4E94-8176-D13686337602}" srcOrd="0" destOrd="0" presId="urn:microsoft.com/office/officeart/2005/8/layout/vList2"/>
    <dgm:cxn modelId="{22052CA1-46FF-4E07-B5C7-4E5F5C2C36D8}" type="presOf" srcId="{A67A527E-0F97-406B-90B0-139029558AF5}" destId="{04AA998D-0BFC-4EBD-B0D7-2BF4C47554CF}" srcOrd="0" destOrd="0" presId="urn:microsoft.com/office/officeart/2005/8/layout/vList2"/>
    <dgm:cxn modelId="{8B73CBBE-0216-4AF7-86EF-893504C40528}" type="presOf" srcId="{F6CAFB4F-FD61-4B0D-A589-EB144FB9F818}" destId="{ED8956F6-4CB8-4625-A25D-E7B021D07558}" srcOrd="0" destOrd="0" presId="urn:microsoft.com/office/officeart/2005/8/layout/vList2"/>
    <dgm:cxn modelId="{7CDC6AC2-1D59-439D-AA75-BE43FE084A58}" srcId="{F1BBA9D4-E57D-4377-B6A8-2C862927FBC7}" destId="{F6CAFB4F-FD61-4B0D-A589-EB144FB9F818}" srcOrd="2" destOrd="0" parTransId="{987269B1-005D-4D46-A32C-EF5D42100DE0}" sibTransId="{2FBFB367-C1A5-465C-9244-9AE77AD088D5}"/>
    <dgm:cxn modelId="{A5AE16E6-3E6B-4530-8500-EDBF5FB1FFC1}" srcId="{F1BBA9D4-E57D-4377-B6A8-2C862927FBC7}" destId="{A67A527E-0F97-406B-90B0-139029558AF5}" srcOrd="0" destOrd="0" parTransId="{B36E676A-89C8-45F8-BD65-B4003927DB30}" sibTransId="{A4C7D196-205F-411A-8719-BB2411DBAA26}"/>
    <dgm:cxn modelId="{EB974EFD-C181-4D22-8BF4-CEE3DCDA4F99}" type="presOf" srcId="{F1BBA9D4-E57D-4377-B6A8-2C862927FBC7}" destId="{987E1B63-A89C-4D9D-8177-A472B585F932}" srcOrd="0" destOrd="0" presId="urn:microsoft.com/office/officeart/2005/8/layout/vList2"/>
    <dgm:cxn modelId="{DDCE97A2-C6EC-4FA8-B9C9-9A0DC168D5D3}" type="presParOf" srcId="{987E1B63-A89C-4D9D-8177-A472B585F932}" destId="{04AA998D-0BFC-4EBD-B0D7-2BF4C47554CF}" srcOrd="0" destOrd="0" presId="urn:microsoft.com/office/officeart/2005/8/layout/vList2"/>
    <dgm:cxn modelId="{66428E75-B8A4-42C1-A4D3-9E5776B47789}" type="presParOf" srcId="{987E1B63-A89C-4D9D-8177-A472B585F932}" destId="{9735485A-30AD-4CCD-8D48-754202499831}" srcOrd="1" destOrd="0" presId="urn:microsoft.com/office/officeart/2005/8/layout/vList2"/>
    <dgm:cxn modelId="{0CC1C0F4-6311-41EA-9FB8-CB77223E51BD}" type="presParOf" srcId="{987E1B63-A89C-4D9D-8177-A472B585F932}" destId="{36BCF09B-0773-4E94-8176-D13686337602}" srcOrd="2" destOrd="0" presId="urn:microsoft.com/office/officeart/2005/8/layout/vList2"/>
    <dgm:cxn modelId="{00554AE8-1722-4C9C-A66A-90E98BD2426E}" type="presParOf" srcId="{987E1B63-A89C-4D9D-8177-A472B585F932}" destId="{7388D09D-2878-4D8D-A818-CA0C6EABB221}" srcOrd="3" destOrd="0" presId="urn:microsoft.com/office/officeart/2005/8/layout/vList2"/>
    <dgm:cxn modelId="{374F8DA6-7B02-4300-9A61-B914A3BEEC37}" type="presParOf" srcId="{987E1B63-A89C-4D9D-8177-A472B585F932}" destId="{ED8956F6-4CB8-4625-A25D-E7B021D0755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BBA9D4-E57D-4377-B6A8-2C862927FBC7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67A527E-0F97-406B-90B0-139029558AF5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algn="ctr">
            <a:defRPr cap="all"/>
          </a:pPr>
          <a:r>
            <a:rPr lang="it-IT" noProof="0" dirty="0"/>
            <a:t>I dati, per origine, non sono equamente distribuiti</a:t>
          </a:r>
        </a:p>
      </dgm:t>
    </dgm:pt>
    <dgm:pt modelId="{B36E676A-89C8-45F8-BD65-B4003927DB30}" type="parTrans" cxnId="{A5AE16E6-3E6B-4530-8500-EDBF5FB1FFC1}">
      <dgm:prSet/>
      <dgm:spPr/>
      <dgm:t>
        <a:bodyPr/>
        <a:lstStyle/>
        <a:p>
          <a:endParaRPr lang="it-IT" noProof="0" dirty="0"/>
        </a:p>
      </dgm:t>
    </dgm:pt>
    <dgm:pt modelId="{A4C7D196-205F-411A-8719-BB2411DBAA26}" type="sibTrans" cxnId="{A5AE16E6-3E6B-4530-8500-EDBF5FB1FFC1}">
      <dgm:prSet/>
      <dgm:spPr/>
      <dgm:t>
        <a:bodyPr/>
        <a:lstStyle/>
        <a:p>
          <a:endParaRPr lang="it-IT" noProof="0" dirty="0"/>
        </a:p>
      </dgm:t>
    </dgm:pt>
    <dgm:pt modelId="{203A5AAD-C296-45E2-BA8D-44753410C69B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algn="ctr">
            <a:defRPr cap="all"/>
          </a:pPr>
          <a:r>
            <a:rPr lang="it-IT" noProof="0" dirty="0"/>
            <a:t>Le auto provengono da 23 case automobilistiche differenti:</a:t>
          </a:r>
          <a:br>
            <a:rPr lang="it-IT" noProof="0" dirty="0"/>
          </a:br>
          <a:r>
            <a:rPr lang="it-IT" noProof="0" dirty="0"/>
            <a:t>11 di origine a, 7 di origine e, 5 di origine j</a:t>
          </a:r>
        </a:p>
      </dgm:t>
    </dgm:pt>
    <dgm:pt modelId="{B116DC97-F94F-4886-89E8-489ECFEA2D5F}" type="parTrans" cxnId="{DA135702-93F7-406B-B268-9EBE8F68588B}">
      <dgm:prSet/>
      <dgm:spPr/>
      <dgm:t>
        <a:bodyPr/>
        <a:lstStyle/>
        <a:p>
          <a:endParaRPr lang="it-IT" noProof="0" dirty="0"/>
        </a:p>
      </dgm:t>
    </dgm:pt>
    <dgm:pt modelId="{9F637796-AED1-4DC6-86F5-661C0DA77DED}" type="sibTrans" cxnId="{DA135702-93F7-406B-B268-9EBE8F68588B}">
      <dgm:prSet/>
      <dgm:spPr/>
      <dgm:t>
        <a:bodyPr/>
        <a:lstStyle/>
        <a:p>
          <a:endParaRPr lang="it-IT" noProof="0" dirty="0"/>
        </a:p>
      </dgm:t>
    </dgm:pt>
    <dgm:pt modelId="{F6CAFB4F-FD61-4B0D-A589-EB144FB9F818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algn="ctr">
            <a:defRPr cap="all"/>
          </a:pPr>
          <a:r>
            <a:rPr lang="it-IT" noProof="0" dirty="0"/>
            <a:t>Sono</a:t>
          </a:r>
          <a:r>
            <a:rPr lang="it-IT" baseline="0" noProof="0" dirty="0"/>
            <a:t> presenti 5 osservazioni con valori mancanti per le due variabili considerate per l’analisi</a:t>
          </a:r>
          <a:endParaRPr lang="it-IT" noProof="0" dirty="0"/>
        </a:p>
      </dgm:t>
    </dgm:pt>
    <dgm:pt modelId="{987269B1-005D-4D46-A32C-EF5D42100DE0}" type="parTrans" cxnId="{7CDC6AC2-1D59-439D-AA75-BE43FE084A58}">
      <dgm:prSet/>
      <dgm:spPr/>
      <dgm:t>
        <a:bodyPr/>
        <a:lstStyle/>
        <a:p>
          <a:endParaRPr lang="it-IT" noProof="0" dirty="0"/>
        </a:p>
      </dgm:t>
    </dgm:pt>
    <dgm:pt modelId="{2FBFB367-C1A5-465C-9244-9AE77AD088D5}" type="sibTrans" cxnId="{7CDC6AC2-1D59-439D-AA75-BE43FE084A58}">
      <dgm:prSet/>
      <dgm:spPr/>
      <dgm:t>
        <a:bodyPr/>
        <a:lstStyle/>
        <a:p>
          <a:endParaRPr lang="it-IT" noProof="0" dirty="0"/>
        </a:p>
      </dgm:t>
    </dgm:pt>
    <dgm:pt modelId="{4ECDFE8A-D1A0-4F5C-A69B-477848F098D2}" type="pres">
      <dgm:prSet presAssocID="{F1BBA9D4-E57D-4377-B6A8-2C862927FBC7}" presName="linear" presStyleCnt="0">
        <dgm:presLayoutVars>
          <dgm:animLvl val="lvl"/>
          <dgm:resizeHandles val="exact"/>
        </dgm:presLayoutVars>
      </dgm:prSet>
      <dgm:spPr/>
    </dgm:pt>
    <dgm:pt modelId="{520B1C64-A18A-4DA7-AB52-9D822BA560AF}" type="pres">
      <dgm:prSet presAssocID="{A67A527E-0F97-406B-90B0-139029558A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6893D49-3EBE-4F45-B592-D6FAED9BBF05}" type="pres">
      <dgm:prSet presAssocID="{A4C7D196-205F-411A-8719-BB2411DBAA26}" presName="spacer" presStyleCnt="0"/>
      <dgm:spPr/>
    </dgm:pt>
    <dgm:pt modelId="{8FA36B95-A8F3-4E8C-880E-73DD3B8D3EAA}" type="pres">
      <dgm:prSet presAssocID="{203A5AAD-C296-45E2-BA8D-44753410C69B}" presName="parentText" presStyleLbl="node1" presStyleIdx="1" presStyleCnt="3" custScaleY="109864">
        <dgm:presLayoutVars>
          <dgm:chMax val="0"/>
          <dgm:bulletEnabled val="1"/>
        </dgm:presLayoutVars>
      </dgm:prSet>
      <dgm:spPr/>
    </dgm:pt>
    <dgm:pt modelId="{388E52E8-FA29-437C-B79F-004A51B931C8}" type="pres">
      <dgm:prSet presAssocID="{9F637796-AED1-4DC6-86F5-661C0DA77DED}" presName="spacer" presStyleCnt="0"/>
      <dgm:spPr/>
    </dgm:pt>
    <dgm:pt modelId="{6535256C-EC98-4CEA-9293-C357413A3689}" type="pres">
      <dgm:prSet presAssocID="{F6CAFB4F-FD61-4B0D-A589-EB144FB9F818}" presName="parentText" presStyleLbl="node1" presStyleIdx="2" presStyleCnt="3" custScaleY="118873">
        <dgm:presLayoutVars>
          <dgm:chMax val="0"/>
          <dgm:bulletEnabled val="1"/>
        </dgm:presLayoutVars>
      </dgm:prSet>
      <dgm:spPr/>
    </dgm:pt>
  </dgm:ptLst>
  <dgm:cxnLst>
    <dgm:cxn modelId="{4A887A00-1B1F-4A5A-BBAD-EF65B1542E89}" type="presOf" srcId="{A67A527E-0F97-406B-90B0-139029558AF5}" destId="{520B1C64-A18A-4DA7-AB52-9D822BA560AF}" srcOrd="0" destOrd="0" presId="urn:microsoft.com/office/officeart/2005/8/layout/vList2"/>
    <dgm:cxn modelId="{DA135702-93F7-406B-B268-9EBE8F68588B}" srcId="{F1BBA9D4-E57D-4377-B6A8-2C862927FBC7}" destId="{203A5AAD-C296-45E2-BA8D-44753410C69B}" srcOrd="1" destOrd="0" parTransId="{B116DC97-F94F-4886-89E8-489ECFEA2D5F}" sibTransId="{9F637796-AED1-4DC6-86F5-661C0DA77DED}"/>
    <dgm:cxn modelId="{E8A18A89-F66C-48CB-9178-CCAFBF401C8B}" type="presOf" srcId="{F6CAFB4F-FD61-4B0D-A589-EB144FB9F818}" destId="{6535256C-EC98-4CEA-9293-C357413A3689}" srcOrd="0" destOrd="0" presId="urn:microsoft.com/office/officeart/2005/8/layout/vList2"/>
    <dgm:cxn modelId="{E4E9F4B2-AD04-4A9C-BB2A-6EBA7B24A9E2}" type="presOf" srcId="{F1BBA9D4-E57D-4377-B6A8-2C862927FBC7}" destId="{4ECDFE8A-D1A0-4F5C-A69B-477848F098D2}" srcOrd="0" destOrd="0" presId="urn:microsoft.com/office/officeart/2005/8/layout/vList2"/>
    <dgm:cxn modelId="{7CDC6AC2-1D59-439D-AA75-BE43FE084A58}" srcId="{F1BBA9D4-E57D-4377-B6A8-2C862927FBC7}" destId="{F6CAFB4F-FD61-4B0D-A589-EB144FB9F818}" srcOrd="2" destOrd="0" parTransId="{987269B1-005D-4D46-A32C-EF5D42100DE0}" sibTransId="{2FBFB367-C1A5-465C-9244-9AE77AD088D5}"/>
    <dgm:cxn modelId="{004C49CB-A03E-46EE-B6C7-0DFA20630965}" type="presOf" srcId="{203A5AAD-C296-45E2-BA8D-44753410C69B}" destId="{8FA36B95-A8F3-4E8C-880E-73DD3B8D3EAA}" srcOrd="0" destOrd="0" presId="urn:microsoft.com/office/officeart/2005/8/layout/vList2"/>
    <dgm:cxn modelId="{A5AE16E6-3E6B-4530-8500-EDBF5FB1FFC1}" srcId="{F1BBA9D4-E57D-4377-B6A8-2C862927FBC7}" destId="{A67A527E-0F97-406B-90B0-139029558AF5}" srcOrd="0" destOrd="0" parTransId="{B36E676A-89C8-45F8-BD65-B4003927DB30}" sibTransId="{A4C7D196-205F-411A-8719-BB2411DBAA26}"/>
    <dgm:cxn modelId="{E3492792-1038-4F11-B3C6-2A39A0B89868}" type="presParOf" srcId="{4ECDFE8A-D1A0-4F5C-A69B-477848F098D2}" destId="{520B1C64-A18A-4DA7-AB52-9D822BA560AF}" srcOrd="0" destOrd="0" presId="urn:microsoft.com/office/officeart/2005/8/layout/vList2"/>
    <dgm:cxn modelId="{F92270C5-FD0B-4E87-81D4-173074CA8D5B}" type="presParOf" srcId="{4ECDFE8A-D1A0-4F5C-A69B-477848F098D2}" destId="{16893D49-3EBE-4F45-B592-D6FAED9BBF05}" srcOrd="1" destOrd="0" presId="urn:microsoft.com/office/officeart/2005/8/layout/vList2"/>
    <dgm:cxn modelId="{12F3B82B-4F24-47BF-BD21-0469E7275B40}" type="presParOf" srcId="{4ECDFE8A-D1A0-4F5C-A69B-477848F098D2}" destId="{8FA36B95-A8F3-4E8C-880E-73DD3B8D3EAA}" srcOrd="2" destOrd="0" presId="urn:microsoft.com/office/officeart/2005/8/layout/vList2"/>
    <dgm:cxn modelId="{051A18A1-4482-44D4-B219-5568DF91F053}" type="presParOf" srcId="{4ECDFE8A-D1A0-4F5C-A69B-477848F098D2}" destId="{388E52E8-FA29-437C-B79F-004A51B931C8}" srcOrd="3" destOrd="0" presId="urn:microsoft.com/office/officeart/2005/8/layout/vList2"/>
    <dgm:cxn modelId="{0317B463-4D3D-4EBD-932E-6A981AB49748}" type="presParOf" srcId="{4ECDFE8A-D1A0-4F5C-A69B-477848F098D2}" destId="{6535256C-EC98-4CEA-9293-C357413A368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417E33-D8AD-4F1F-8D79-94C8EACDDCE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588BA7-2EF8-453E-8C47-ECABA31B8918}">
      <dgm:prSet custT="1"/>
      <dgm:spPr/>
      <dgm:t>
        <a:bodyPr anchor="ctr" anchorCtr="0"/>
        <a:lstStyle/>
        <a:p>
          <a:pPr algn="ctr"/>
          <a:r>
            <a:rPr lang="en-US" sz="1600" dirty="0"/>
            <a:t>Valore </a:t>
          </a:r>
          <a:r>
            <a:rPr lang="en-US" sz="1600" dirty="0" err="1"/>
            <a:t>più</a:t>
          </a:r>
          <a:r>
            <a:rPr lang="en-US" sz="1600" dirty="0"/>
            <a:t> </a:t>
          </a:r>
          <a:r>
            <a:rPr lang="en-US" sz="1600" dirty="0" err="1"/>
            <a:t>presente</a:t>
          </a:r>
          <a:r>
            <a:rPr lang="en-US" sz="1600" dirty="0"/>
            <a:t> 3: </a:t>
          </a:r>
          <a:br>
            <a:rPr lang="en-US" sz="1600" dirty="0"/>
          </a:br>
          <a:r>
            <a:rPr lang="en-US" sz="1600" dirty="0"/>
            <a:t>36% circa in rep77</a:t>
          </a:r>
          <a:br>
            <a:rPr lang="en-US" sz="1600" dirty="0"/>
          </a:br>
          <a:r>
            <a:rPr lang="en-US" sz="1600" dirty="0"/>
            <a:t>41% circa in rep78</a:t>
          </a:r>
        </a:p>
      </dgm:t>
    </dgm:pt>
    <dgm:pt modelId="{723685A6-4003-41A7-9518-422A5610E017}" type="parTrans" cxnId="{DD468F05-DEC6-42A6-8BAD-99B268B516F3}">
      <dgm:prSet/>
      <dgm:spPr/>
      <dgm:t>
        <a:bodyPr/>
        <a:lstStyle/>
        <a:p>
          <a:endParaRPr lang="en-US" sz="1600"/>
        </a:p>
      </dgm:t>
    </dgm:pt>
    <dgm:pt modelId="{264B6222-D655-4F5D-A92C-A4C4C15974C0}" type="sibTrans" cxnId="{DD468F05-DEC6-42A6-8BAD-99B268B516F3}">
      <dgm:prSet/>
      <dgm:spPr/>
      <dgm:t>
        <a:bodyPr/>
        <a:lstStyle/>
        <a:p>
          <a:endParaRPr lang="en-US" sz="1600"/>
        </a:p>
      </dgm:t>
    </dgm:pt>
    <dgm:pt modelId="{C0AC34D0-0B4B-430D-9F19-CEB2E9017476}">
      <dgm:prSet custT="1"/>
      <dgm:spPr/>
      <dgm:t>
        <a:bodyPr anchor="ctr" anchorCtr="0"/>
        <a:lstStyle/>
        <a:p>
          <a:pPr algn="ctr"/>
          <a:r>
            <a:rPr lang="en-US" sz="1600" dirty="0"/>
            <a:t>Valore</a:t>
          </a:r>
          <a:r>
            <a:rPr lang="en-US" sz="1600" baseline="0" dirty="0"/>
            <a:t> </a:t>
          </a:r>
          <a:r>
            <a:rPr lang="en-US" sz="1600" baseline="0" dirty="0" err="1"/>
            <a:t>meno</a:t>
          </a:r>
          <a:r>
            <a:rPr lang="en-US" sz="1600" baseline="0" dirty="0"/>
            <a:t> </a:t>
          </a:r>
          <a:r>
            <a:rPr lang="en-US" sz="1600" baseline="0" dirty="0" err="1"/>
            <a:t>presente</a:t>
          </a:r>
          <a:r>
            <a:rPr lang="en-US" sz="1600" baseline="0" dirty="0"/>
            <a:t> 1</a:t>
          </a:r>
          <a:br>
            <a:rPr lang="en-US" sz="1600" baseline="0" dirty="0"/>
          </a:br>
          <a:r>
            <a:rPr lang="en-US" sz="1600" baseline="0" dirty="0"/>
            <a:t>poco </a:t>
          </a:r>
          <a:r>
            <a:rPr lang="en-US" sz="1600" baseline="0" dirty="0" err="1"/>
            <a:t>più</a:t>
          </a:r>
          <a:r>
            <a:rPr lang="en-US" sz="1600" baseline="0" dirty="0"/>
            <a:t> del 4% in rep77</a:t>
          </a:r>
          <a:br>
            <a:rPr lang="en-US" sz="1600" baseline="0" dirty="0"/>
          </a:br>
          <a:r>
            <a:rPr lang="en-US" sz="1600" baseline="0" dirty="0" err="1"/>
            <a:t>meno</a:t>
          </a:r>
          <a:r>
            <a:rPr lang="en-US" sz="1600" baseline="0" dirty="0"/>
            <a:t> del 3% in rep78</a:t>
          </a:r>
          <a:endParaRPr lang="en-US" sz="1600" dirty="0"/>
        </a:p>
      </dgm:t>
    </dgm:pt>
    <dgm:pt modelId="{BE917276-EE91-4DE6-A341-75682D5423BC}" type="parTrans" cxnId="{8C65B0EF-FD66-4C9A-8741-5AB447298459}">
      <dgm:prSet/>
      <dgm:spPr/>
      <dgm:t>
        <a:bodyPr/>
        <a:lstStyle/>
        <a:p>
          <a:endParaRPr lang="en-US" sz="1600"/>
        </a:p>
      </dgm:t>
    </dgm:pt>
    <dgm:pt modelId="{B9C03637-6F7C-429F-B630-2F6AFCA97736}" type="sibTrans" cxnId="{8C65B0EF-FD66-4C9A-8741-5AB447298459}">
      <dgm:prSet/>
      <dgm:spPr/>
      <dgm:t>
        <a:bodyPr/>
        <a:lstStyle/>
        <a:p>
          <a:endParaRPr lang="en-US" sz="1600"/>
        </a:p>
      </dgm:t>
    </dgm:pt>
    <dgm:pt modelId="{A9F90912-94D7-43CD-BED0-D84B06C40688}">
      <dgm:prSet custT="1"/>
      <dgm:spPr/>
      <dgm:t>
        <a:bodyPr anchor="ctr" anchorCtr="0"/>
        <a:lstStyle/>
        <a:p>
          <a:pPr algn="ctr"/>
          <a:r>
            <a:rPr lang="en-US" sz="1600" dirty="0"/>
            <a:t>Alto </a:t>
          </a:r>
          <a:r>
            <a:rPr lang="en-US" sz="1600" dirty="0" err="1"/>
            <a:t>numero</a:t>
          </a:r>
          <a:r>
            <a:rPr lang="en-US" sz="1600" dirty="0"/>
            <a:t> di missing:</a:t>
          </a:r>
          <a:br>
            <a:rPr lang="en-US" sz="1600" dirty="0"/>
          </a:br>
          <a:r>
            <a:rPr lang="en-US" sz="1600" dirty="0"/>
            <a:t>10% circa in rep77</a:t>
          </a:r>
          <a:br>
            <a:rPr lang="en-US" sz="1600" dirty="0"/>
          </a:br>
          <a:r>
            <a:rPr lang="en-US" sz="1600" dirty="0"/>
            <a:t>7% circa in rep78</a:t>
          </a:r>
        </a:p>
      </dgm:t>
    </dgm:pt>
    <dgm:pt modelId="{8A549E5C-19FB-4E2D-881E-D9E9A229749D}" type="parTrans" cxnId="{2CB55063-704C-4E12-8F0F-B3CC4267EB79}">
      <dgm:prSet/>
      <dgm:spPr/>
      <dgm:t>
        <a:bodyPr/>
        <a:lstStyle/>
        <a:p>
          <a:endParaRPr lang="en-US" sz="1600"/>
        </a:p>
      </dgm:t>
    </dgm:pt>
    <dgm:pt modelId="{447534C4-4FE6-44FA-8EB6-412ABEF0DCFF}" type="sibTrans" cxnId="{2CB55063-704C-4E12-8F0F-B3CC4267EB79}">
      <dgm:prSet/>
      <dgm:spPr/>
      <dgm:t>
        <a:bodyPr/>
        <a:lstStyle/>
        <a:p>
          <a:endParaRPr lang="en-US" sz="1600"/>
        </a:p>
      </dgm:t>
    </dgm:pt>
    <dgm:pt modelId="{A3414A98-0F4B-4709-8118-79D656C22646}">
      <dgm:prSet custT="1"/>
      <dgm:spPr/>
      <dgm:t>
        <a:bodyPr anchor="ctr" anchorCtr="0"/>
        <a:lstStyle/>
        <a:p>
          <a:pPr algn="ctr"/>
          <a:r>
            <a:rPr lang="en-US" sz="1600" dirty="0"/>
            <a:t>Per la </a:t>
          </a:r>
          <a:r>
            <a:rPr lang="en-US" sz="1600" dirty="0" err="1"/>
            <a:t>maggior</a:t>
          </a:r>
          <a:r>
            <a:rPr lang="en-US" sz="1600" dirty="0"/>
            <a:t> </a:t>
          </a:r>
          <a:r>
            <a:rPr lang="en-US" sz="1600" dirty="0" err="1"/>
            <a:t>parte</a:t>
          </a:r>
          <a:r>
            <a:rPr lang="en-US" sz="1600" dirty="0"/>
            <a:t> </a:t>
          </a:r>
          <a:r>
            <a:rPr lang="en-US" sz="1600" dirty="0" err="1"/>
            <a:t>delle</a:t>
          </a:r>
          <a:r>
            <a:rPr lang="en-US" sz="1600" dirty="0"/>
            <a:t> auto </a:t>
          </a:r>
          <a:r>
            <a:rPr lang="en-US" sz="1600" dirty="0" err="1"/>
            <a:t>si</a:t>
          </a:r>
          <a:r>
            <a:rPr lang="en-US" sz="1600" dirty="0"/>
            <a:t> ha lo </a:t>
          </a:r>
          <a:r>
            <a:rPr lang="en-US" sz="1600" dirty="0" err="1"/>
            <a:t>stesso</a:t>
          </a:r>
          <a:r>
            <a:rPr lang="en-US" sz="1600" dirty="0"/>
            <a:t> </a:t>
          </a:r>
          <a:r>
            <a:rPr lang="en-US" sz="1600" dirty="0" err="1"/>
            <a:t>valore</a:t>
          </a:r>
          <a:r>
            <a:rPr lang="en-US" sz="1600" dirty="0"/>
            <a:t> per rep77 e rep78</a:t>
          </a:r>
        </a:p>
      </dgm:t>
    </dgm:pt>
    <dgm:pt modelId="{CCC752DF-B2C0-4103-91CC-17F25D98E179}" type="parTrans" cxnId="{DE639A3B-2DFB-4191-9F69-E23CC41FA69B}">
      <dgm:prSet/>
      <dgm:spPr/>
      <dgm:t>
        <a:bodyPr/>
        <a:lstStyle/>
        <a:p>
          <a:endParaRPr lang="en-US" sz="1600"/>
        </a:p>
      </dgm:t>
    </dgm:pt>
    <dgm:pt modelId="{A9323C2C-2AC8-4D95-8B6C-59B4F73FD26B}" type="sibTrans" cxnId="{DE639A3B-2DFB-4191-9F69-E23CC41FA69B}">
      <dgm:prSet/>
      <dgm:spPr/>
      <dgm:t>
        <a:bodyPr/>
        <a:lstStyle/>
        <a:p>
          <a:endParaRPr lang="en-US" sz="1600"/>
        </a:p>
      </dgm:t>
    </dgm:pt>
    <dgm:pt modelId="{EB41913E-89BA-4486-8CE6-2EFE73D4D9D3}">
      <dgm:prSet custT="1"/>
      <dgm:spPr/>
      <dgm:t>
        <a:bodyPr anchor="ctr" anchorCtr="0"/>
        <a:lstStyle/>
        <a:p>
          <a:pPr algn="ctr"/>
          <a:r>
            <a:rPr lang="en-US" sz="1600" dirty="0" err="1"/>
            <a:t>Più</a:t>
          </a:r>
          <a:r>
            <a:rPr lang="en-US" sz="1600" dirty="0"/>
            <a:t> di 1/5 </a:t>
          </a:r>
          <a:r>
            <a:rPr lang="en-US" sz="1600" dirty="0" err="1"/>
            <a:t>delle</a:t>
          </a:r>
          <a:r>
            <a:rPr lang="en-US" sz="1600" dirty="0"/>
            <a:t> auto ha un </a:t>
          </a:r>
          <a:r>
            <a:rPr lang="en-US" sz="1600" dirty="0" err="1"/>
            <a:t>valore</a:t>
          </a:r>
          <a:r>
            <a:rPr lang="en-US" sz="1600" dirty="0"/>
            <a:t> </a:t>
          </a:r>
          <a:r>
            <a:rPr lang="en-US" sz="1600" dirty="0" err="1"/>
            <a:t>migliore</a:t>
          </a:r>
          <a:r>
            <a:rPr lang="en-US" sz="1600" dirty="0"/>
            <a:t> per rep78 di rep77, </a:t>
          </a:r>
          <a:r>
            <a:rPr lang="en-US" sz="1600" dirty="0" err="1"/>
            <a:t>mentre</a:t>
          </a:r>
          <a:r>
            <a:rPr lang="en-US" sz="1600" dirty="0"/>
            <a:t> per quasi il 10% </a:t>
          </a:r>
          <a:r>
            <a:rPr lang="en-US" sz="1600" dirty="0" err="1"/>
            <a:t>c’è</a:t>
          </a:r>
          <a:r>
            <a:rPr lang="en-US" sz="1600" dirty="0"/>
            <a:t> un </a:t>
          </a:r>
          <a:r>
            <a:rPr lang="en-US" sz="1600" dirty="0" err="1"/>
            <a:t>peggioramento</a:t>
          </a:r>
          <a:endParaRPr lang="en-US" sz="1600" dirty="0"/>
        </a:p>
      </dgm:t>
    </dgm:pt>
    <dgm:pt modelId="{18134265-D2C6-42F7-9950-02629FE2A123}" type="parTrans" cxnId="{2C250A51-409F-4190-A0A3-D50BC86F4026}">
      <dgm:prSet/>
      <dgm:spPr/>
      <dgm:t>
        <a:bodyPr/>
        <a:lstStyle/>
        <a:p>
          <a:endParaRPr lang="en-US" sz="1600"/>
        </a:p>
      </dgm:t>
    </dgm:pt>
    <dgm:pt modelId="{B3D1FC2D-968A-416B-9D23-979C7BF4D4A2}" type="sibTrans" cxnId="{2C250A51-409F-4190-A0A3-D50BC86F4026}">
      <dgm:prSet/>
      <dgm:spPr/>
      <dgm:t>
        <a:bodyPr/>
        <a:lstStyle/>
        <a:p>
          <a:endParaRPr lang="en-US" sz="1600"/>
        </a:p>
      </dgm:t>
    </dgm:pt>
    <dgm:pt modelId="{FC482A27-7D5A-41C9-94C8-BA632DBD14F3}">
      <dgm:prSet custT="1"/>
      <dgm:spPr/>
      <dgm:t>
        <a:bodyPr anchor="ctr" anchorCtr="0"/>
        <a:lstStyle/>
        <a:p>
          <a:pPr algn="ctr"/>
          <a:r>
            <a:rPr lang="en-US" sz="1600" dirty="0"/>
            <a:t>Si nota un </a:t>
          </a:r>
          <a:r>
            <a:rPr lang="en-US" sz="1600" dirty="0" err="1"/>
            <a:t>miglioramento</a:t>
          </a:r>
          <a:r>
            <a:rPr lang="en-US" sz="1600" dirty="0"/>
            <a:t> dal 77 al 78:</a:t>
          </a:r>
          <a:br>
            <a:rPr lang="en-US" sz="1600" dirty="0"/>
          </a:br>
          <a:r>
            <a:rPr lang="en-US" sz="1600" dirty="0" err="1"/>
            <a:t>diminuiscono</a:t>
          </a:r>
          <a:r>
            <a:rPr lang="en-US" sz="1600" dirty="0"/>
            <a:t> le auto </a:t>
          </a:r>
          <a:r>
            <a:rPr lang="en-US" sz="1600" dirty="0" err="1"/>
            <a:t>nei</a:t>
          </a:r>
          <a:r>
            <a:rPr lang="en-US" sz="1600" dirty="0"/>
            <a:t> </a:t>
          </a:r>
          <a:r>
            <a:rPr lang="en-US" sz="1600" dirty="0" err="1"/>
            <a:t>livelli</a:t>
          </a:r>
          <a:r>
            <a:rPr lang="en-US" sz="1600" dirty="0"/>
            <a:t> 1 e 2 ed </a:t>
          </a:r>
          <a:r>
            <a:rPr lang="en-US" sz="1600" dirty="0" err="1"/>
            <a:t>aumentano</a:t>
          </a:r>
          <a:r>
            <a:rPr lang="en-US" sz="1600" dirty="0"/>
            <a:t> </a:t>
          </a:r>
          <a:r>
            <a:rPr lang="en-US" sz="1600" dirty="0" err="1"/>
            <a:t>nel</a:t>
          </a:r>
          <a:r>
            <a:rPr lang="en-US" sz="1600" dirty="0"/>
            <a:t> 5; </a:t>
          </a:r>
          <a:r>
            <a:rPr lang="en-US" sz="1600" dirty="0" err="1"/>
            <a:t>diminuizione</a:t>
          </a:r>
          <a:r>
            <a:rPr lang="en-US" sz="1600" dirty="0"/>
            <a:t> </a:t>
          </a:r>
          <a:r>
            <a:rPr lang="en-US" sz="1600" dirty="0" err="1"/>
            <a:t>anche</a:t>
          </a:r>
          <a:r>
            <a:rPr lang="en-US" sz="1600" dirty="0"/>
            <a:t> di missing</a:t>
          </a:r>
        </a:p>
      </dgm:t>
    </dgm:pt>
    <dgm:pt modelId="{1252CC73-3F16-4FD6-8F27-2B6A17E2E438}" type="parTrans" cxnId="{311DB8BE-1308-479A-A0B1-921240511588}">
      <dgm:prSet/>
      <dgm:spPr/>
      <dgm:t>
        <a:bodyPr/>
        <a:lstStyle/>
        <a:p>
          <a:endParaRPr lang="en-US" sz="1600"/>
        </a:p>
      </dgm:t>
    </dgm:pt>
    <dgm:pt modelId="{C86BA72B-04DC-4865-B5E6-847051507ACE}" type="sibTrans" cxnId="{311DB8BE-1308-479A-A0B1-921240511588}">
      <dgm:prSet/>
      <dgm:spPr/>
      <dgm:t>
        <a:bodyPr/>
        <a:lstStyle/>
        <a:p>
          <a:endParaRPr lang="en-US" sz="1600"/>
        </a:p>
      </dgm:t>
    </dgm:pt>
    <dgm:pt modelId="{2132F6B3-014D-4462-9087-091BDAC3C911}" type="pres">
      <dgm:prSet presAssocID="{6E417E33-D8AD-4F1F-8D79-94C8EACDDCEB}" presName="vert0" presStyleCnt="0">
        <dgm:presLayoutVars>
          <dgm:dir/>
          <dgm:animOne val="branch"/>
          <dgm:animLvl val="lvl"/>
        </dgm:presLayoutVars>
      </dgm:prSet>
      <dgm:spPr/>
    </dgm:pt>
    <dgm:pt modelId="{B16AA2AA-1FD1-468D-8C60-58748FEF7285}" type="pres">
      <dgm:prSet presAssocID="{D4588BA7-2EF8-453E-8C47-ECABA31B8918}" presName="thickLine" presStyleLbl="alignNode1" presStyleIdx="0" presStyleCnt="6"/>
      <dgm:spPr/>
    </dgm:pt>
    <dgm:pt modelId="{8E2BD4B4-CD9E-474D-A224-BD64D6B47C4D}" type="pres">
      <dgm:prSet presAssocID="{D4588BA7-2EF8-453E-8C47-ECABA31B8918}" presName="horz1" presStyleCnt="0"/>
      <dgm:spPr/>
    </dgm:pt>
    <dgm:pt modelId="{EEFB6083-30B5-41E9-BE93-1E46A9F9A8B6}" type="pres">
      <dgm:prSet presAssocID="{D4588BA7-2EF8-453E-8C47-ECABA31B8918}" presName="tx1" presStyleLbl="revTx" presStyleIdx="0" presStyleCnt="6"/>
      <dgm:spPr/>
    </dgm:pt>
    <dgm:pt modelId="{C09547AE-499E-4FC8-A6E9-2DF49D26392A}" type="pres">
      <dgm:prSet presAssocID="{D4588BA7-2EF8-453E-8C47-ECABA31B8918}" presName="vert1" presStyleCnt="0"/>
      <dgm:spPr/>
    </dgm:pt>
    <dgm:pt modelId="{E6861AFA-48EE-4FBF-AF1A-C22BF17CC852}" type="pres">
      <dgm:prSet presAssocID="{C0AC34D0-0B4B-430D-9F19-CEB2E9017476}" presName="thickLine" presStyleLbl="alignNode1" presStyleIdx="1" presStyleCnt="6"/>
      <dgm:spPr/>
    </dgm:pt>
    <dgm:pt modelId="{15F5CD7A-9FC8-4B59-9F04-2AE9726E43D6}" type="pres">
      <dgm:prSet presAssocID="{C0AC34D0-0B4B-430D-9F19-CEB2E9017476}" presName="horz1" presStyleCnt="0"/>
      <dgm:spPr/>
    </dgm:pt>
    <dgm:pt modelId="{DE036D83-3190-4F92-924A-3F619BF7347F}" type="pres">
      <dgm:prSet presAssocID="{C0AC34D0-0B4B-430D-9F19-CEB2E9017476}" presName="tx1" presStyleLbl="revTx" presStyleIdx="1" presStyleCnt="6"/>
      <dgm:spPr/>
    </dgm:pt>
    <dgm:pt modelId="{C54486FF-7485-40FA-ABFC-88984BD4E13C}" type="pres">
      <dgm:prSet presAssocID="{C0AC34D0-0B4B-430D-9F19-CEB2E9017476}" presName="vert1" presStyleCnt="0"/>
      <dgm:spPr/>
    </dgm:pt>
    <dgm:pt modelId="{9D75CF36-6658-4F12-8EF0-91BB2197F490}" type="pres">
      <dgm:prSet presAssocID="{A9F90912-94D7-43CD-BED0-D84B06C40688}" presName="thickLine" presStyleLbl="alignNode1" presStyleIdx="2" presStyleCnt="6"/>
      <dgm:spPr/>
    </dgm:pt>
    <dgm:pt modelId="{108EA7FD-8D33-44D5-B05F-D9895E954B04}" type="pres">
      <dgm:prSet presAssocID="{A9F90912-94D7-43CD-BED0-D84B06C40688}" presName="horz1" presStyleCnt="0"/>
      <dgm:spPr/>
    </dgm:pt>
    <dgm:pt modelId="{ADB0280B-827C-445B-8756-6DE34E94CBEC}" type="pres">
      <dgm:prSet presAssocID="{A9F90912-94D7-43CD-BED0-D84B06C40688}" presName="tx1" presStyleLbl="revTx" presStyleIdx="2" presStyleCnt="6"/>
      <dgm:spPr/>
    </dgm:pt>
    <dgm:pt modelId="{CAB5F9B3-748F-41E7-A105-4FE7207F5B30}" type="pres">
      <dgm:prSet presAssocID="{A9F90912-94D7-43CD-BED0-D84B06C40688}" presName="vert1" presStyleCnt="0"/>
      <dgm:spPr/>
    </dgm:pt>
    <dgm:pt modelId="{F6958B7A-83E0-4373-9D4E-DD76E836E59D}" type="pres">
      <dgm:prSet presAssocID="{A3414A98-0F4B-4709-8118-79D656C22646}" presName="thickLine" presStyleLbl="alignNode1" presStyleIdx="3" presStyleCnt="6"/>
      <dgm:spPr/>
    </dgm:pt>
    <dgm:pt modelId="{C1A74AE2-839B-4DEE-A48E-5A7C9261C27F}" type="pres">
      <dgm:prSet presAssocID="{A3414A98-0F4B-4709-8118-79D656C22646}" presName="horz1" presStyleCnt="0"/>
      <dgm:spPr/>
    </dgm:pt>
    <dgm:pt modelId="{30744978-AC37-4F83-8A96-1348614C6B92}" type="pres">
      <dgm:prSet presAssocID="{A3414A98-0F4B-4709-8118-79D656C22646}" presName="tx1" presStyleLbl="revTx" presStyleIdx="3" presStyleCnt="6"/>
      <dgm:spPr/>
    </dgm:pt>
    <dgm:pt modelId="{B64B3B19-470B-4BC7-A15B-BA91A1710A3B}" type="pres">
      <dgm:prSet presAssocID="{A3414A98-0F4B-4709-8118-79D656C22646}" presName="vert1" presStyleCnt="0"/>
      <dgm:spPr/>
    </dgm:pt>
    <dgm:pt modelId="{B9114202-3837-47FF-B201-7E214F4504D2}" type="pres">
      <dgm:prSet presAssocID="{EB41913E-89BA-4486-8CE6-2EFE73D4D9D3}" presName="thickLine" presStyleLbl="alignNode1" presStyleIdx="4" presStyleCnt="6"/>
      <dgm:spPr/>
    </dgm:pt>
    <dgm:pt modelId="{A5F79459-8E9D-497D-8420-8480092228A4}" type="pres">
      <dgm:prSet presAssocID="{EB41913E-89BA-4486-8CE6-2EFE73D4D9D3}" presName="horz1" presStyleCnt="0"/>
      <dgm:spPr/>
    </dgm:pt>
    <dgm:pt modelId="{F98797A2-9641-4AA4-9B4C-607A8AC10CC0}" type="pres">
      <dgm:prSet presAssocID="{EB41913E-89BA-4486-8CE6-2EFE73D4D9D3}" presName="tx1" presStyleLbl="revTx" presStyleIdx="4" presStyleCnt="6"/>
      <dgm:spPr/>
    </dgm:pt>
    <dgm:pt modelId="{02E6104F-44B5-4484-BBB6-2D22EC32C4D1}" type="pres">
      <dgm:prSet presAssocID="{EB41913E-89BA-4486-8CE6-2EFE73D4D9D3}" presName="vert1" presStyleCnt="0"/>
      <dgm:spPr/>
    </dgm:pt>
    <dgm:pt modelId="{C9F2F459-0C31-424E-BBBA-83662BBE7A7A}" type="pres">
      <dgm:prSet presAssocID="{FC482A27-7D5A-41C9-94C8-BA632DBD14F3}" presName="thickLine" presStyleLbl="alignNode1" presStyleIdx="5" presStyleCnt="6"/>
      <dgm:spPr/>
    </dgm:pt>
    <dgm:pt modelId="{029A88CA-9B27-4D14-9AC5-CB9441AADF7B}" type="pres">
      <dgm:prSet presAssocID="{FC482A27-7D5A-41C9-94C8-BA632DBD14F3}" presName="horz1" presStyleCnt="0"/>
      <dgm:spPr/>
    </dgm:pt>
    <dgm:pt modelId="{5D3E8093-B822-406E-9645-8C1EB4A7F217}" type="pres">
      <dgm:prSet presAssocID="{FC482A27-7D5A-41C9-94C8-BA632DBD14F3}" presName="tx1" presStyleLbl="revTx" presStyleIdx="5" presStyleCnt="6"/>
      <dgm:spPr/>
    </dgm:pt>
    <dgm:pt modelId="{0FDDE432-D177-402D-A7D6-5942DC7C6F10}" type="pres">
      <dgm:prSet presAssocID="{FC482A27-7D5A-41C9-94C8-BA632DBD14F3}" presName="vert1" presStyleCnt="0"/>
      <dgm:spPr/>
    </dgm:pt>
  </dgm:ptLst>
  <dgm:cxnLst>
    <dgm:cxn modelId="{DD468F05-DEC6-42A6-8BAD-99B268B516F3}" srcId="{6E417E33-D8AD-4F1F-8D79-94C8EACDDCEB}" destId="{D4588BA7-2EF8-453E-8C47-ECABA31B8918}" srcOrd="0" destOrd="0" parTransId="{723685A6-4003-41A7-9518-422A5610E017}" sibTransId="{264B6222-D655-4F5D-A92C-A4C4C15974C0}"/>
    <dgm:cxn modelId="{AF801A19-6DD6-4BA5-9804-3206266624C5}" type="presOf" srcId="{C0AC34D0-0B4B-430D-9F19-CEB2E9017476}" destId="{DE036D83-3190-4F92-924A-3F619BF7347F}" srcOrd="0" destOrd="0" presId="urn:microsoft.com/office/officeart/2008/layout/LinedList"/>
    <dgm:cxn modelId="{987FFC1A-6DCA-4A72-AF2A-15293DB93025}" type="presOf" srcId="{EB41913E-89BA-4486-8CE6-2EFE73D4D9D3}" destId="{F98797A2-9641-4AA4-9B4C-607A8AC10CC0}" srcOrd="0" destOrd="0" presId="urn:microsoft.com/office/officeart/2008/layout/LinedList"/>
    <dgm:cxn modelId="{DE639A3B-2DFB-4191-9F69-E23CC41FA69B}" srcId="{6E417E33-D8AD-4F1F-8D79-94C8EACDDCEB}" destId="{A3414A98-0F4B-4709-8118-79D656C22646}" srcOrd="3" destOrd="0" parTransId="{CCC752DF-B2C0-4103-91CC-17F25D98E179}" sibTransId="{A9323C2C-2AC8-4D95-8B6C-59B4F73FD26B}"/>
    <dgm:cxn modelId="{2CB55063-704C-4E12-8F0F-B3CC4267EB79}" srcId="{6E417E33-D8AD-4F1F-8D79-94C8EACDDCEB}" destId="{A9F90912-94D7-43CD-BED0-D84B06C40688}" srcOrd="2" destOrd="0" parTransId="{8A549E5C-19FB-4E2D-881E-D9E9A229749D}" sibTransId="{447534C4-4FE6-44FA-8EB6-412ABEF0DCFF}"/>
    <dgm:cxn modelId="{8372A16B-9812-4D95-9B85-267D1F4DE0DC}" type="presOf" srcId="{A9F90912-94D7-43CD-BED0-D84B06C40688}" destId="{ADB0280B-827C-445B-8756-6DE34E94CBEC}" srcOrd="0" destOrd="0" presId="urn:microsoft.com/office/officeart/2008/layout/LinedList"/>
    <dgm:cxn modelId="{2C250A51-409F-4190-A0A3-D50BC86F4026}" srcId="{6E417E33-D8AD-4F1F-8D79-94C8EACDDCEB}" destId="{EB41913E-89BA-4486-8CE6-2EFE73D4D9D3}" srcOrd="4" destOrd="0" parTransId="{18134265-D2C6-42F7-9950-02629FE2A123}" sibTransId="{B3D1FC2D-968A-416B-9D23-979C7BF4D4A2}"/>
    <dgm:cxn modelId="{94EBC677-BB2E-47B6-B7F2-232D3302889E}" type="presOf" srcId="{6E417E33-D8AD-4F1F-8D79-94C8EACDDCEB}" destId="{2132F6B3-014D-4462-9087-091BDAC3C911}" srcOrd="0" destOrd="0" presId="urn:microsoft.com/office/officeart/2008/layout/LinedList"/>
    <dgm:cxn modelId="{B8100F84-ED7B-4915-AFF5-AAC8AD6B54D4}" type="presOf" srcId="{FC482A27-7D5A-41C9-94C8-BA632DBD14F3}" destId="{5D3E8093-B822-406E-9645-8C1EB4A7F217}" srcOrd="0" destOrd="0" presId="urn:microsoft.com/office/officeart/2008/layout/LinedList"/>
    <dgm:cxn modelId="{A0219986-BEF0-43F0-B72A-C31553779390}" type="presOf" srcId="{A3414A98-0F4B-4709-8118-79D656C22646}" destId="{30744978-AC37-4F83-8A96-1348614C6B92}" srcOrd="0" destOrd="0" presId="urn:microsoft.com/office/officeart/2008/layout/LinedList"/>
    <dgm:cxn modelId="{311DB8BE-1308-479A-A0B1-921240511588}" srcId="{6E417E33-D8AD-4F1F-8D79-94C8EACDDCEB}" destId="{FC482A27-7D5A-41C9-94C8-BA632DBD14F3}" srcOrd="5" destOrd="0" parTransId="{1252CC73-3F16-4FD6-8F27-2B6A17E2E438}" sibTransId="{C86BA72B-04DC-4865-B5E6-847051507ACE}"/>
    <dgm:cxn modelId="{1547EADE-42FF-4D5A-93BC-EA2161FD0374}" type="presOf" srcId="{D4588BA7-2EF8-453E-8C47-ECABA31B8918}" destId="{EEFB6083-30B5-41E9-BE93-1E46A9F9A8B6}" srcOrd="0" destOrd="0" presId="urn:microsoft.com/office/officeart/2008/layout/LinedList"/>
    <dgm:cxn modelId="{8C65B0EF-FD66-4C9A-8741-5AB447298459}" srcId="{6E417E33-D8AD-4F1F-8D79-94C8EACDDCEB}" destId="{C0AC34D0-0B4B-430D-9F19-CEB2E9017476}" srcOrd="1" destOrd="0" parTransId="{BE917276-EE91-4DE6-A341-75682D5423BC}" sibTransId="{B9C03637-6F7C-429F-B630-2F6AFCA97736}"/>
    <dgm:cxn modelId="{A8410293-856A-4E04-8BF1-2BA241E4C204}" type="presParOf" srcId="{2132F6B3-014D-4462-9087-091BDAC3C911}" destId="{B16AA2AA-1FD1-468D-8C60-58748FEF7285}" srcOrd="0" destOrd="0" presId="urn:microsoft.com/office/officeart/2008/layout/LinedList"/>
    <dgm:cxn modelId="{AEA3A184-DDA7-4891-88F1-DAB577F79A97}" type="presParOf" srcId="{2132F6B3-014D-4462-9087-091BDAC3C911}" destId="{8E2BD4B4-CD9E-474D-A224-BD64D6B47C4D}" srcOrd="1" destOrd="0" presId="urn:microsoft.com/office/officeart/2008/layout/LinedList"/>
    <dgm:cxn modelId="{38157AD1-519B-4268-BB87-4AA8B78DB1F2}" type="presParOf" srcId="{8E2BD4B4-CD9E-474D-A224-BD64D6B47C4D}" destId="{EEFB6083-30B5-41E9-BE93-1E46A9F9A8B6}" srcOrd="0" destOrd="0" presId="urn:microsoft.com/office/officeart/2008/layout/LinedList"/>
    <dgm:cxn modelId="{720DA759-0CA5-425F-9532-764E7806D15E}" type="presParOf" srcId="{8E2BD4B4-CD9E-474D-A224-BD64D6B47C4D}" destId="{C09547AE-499E-4FC8-A6E9-2DF49D26392A}" srcOrd="1" destOrd="0" presId="urn:microsoft.com/office/officeart/2008/layout/LinedList"/>
    <dgm:cxn modelId="{18CC4A19-464B-431E-91B3-E8E6FE2FF0C8}" type="presParOf" srcId="{2132F6B3-014D-4462-9087-091BDAC3C911}" destId="{E6861AFA-48EE-4FBF-AF1A-C22BF17CC852}" srcOrd="2" destOrd="0" presId="urn:microsoft.com/office/officeart/2008/layout/LinedList"/>
    <dgm:cxn modelId="{2B24320D-911A-4F4E-BC7C-C3CC9B312178}" type="presParOf" srcId="{2132F6B3-014D-4462-9087-091BDAC3C911}" destId="{15F5CD7A-9FC8-4B59-9F04-2AE9726E43D6}" srcOrd="3" destOrd="0" presId="urn:microsoft.com/office/officeart/2008/layout/LinedList"/>
    <dgm:cxn modelId="{81798923-419D-465E-A46F-85508DFF7E17}" type="presParOf" srcId="{15F5CD7A-9FC8-4B59-9F04-2AE9726E43D6}" destId="{DE036D83-3190-4F92-924A-3F619BF7347F}" srcOrd="0" destOrd="0" presId="urn:microsoft.com/office/officeart/2008/layout/LinedList"/>
    <dgm:cxn modelId="{63CFDA81-5165-4902-B671-69BFA4842468}" type="presParOf" srcId="{15F5CD7A-9FC8-4B59-9F04-2AE9726E43D6}" destId="{C54486FF-7485-40FA-ABFC-88984BD4E13C}" srcOrd="1" destOrd="0" presId="urn:microsoft.com/office/officeart/2008/layout/LinedList"/>
    <dgm:cxn modelId="{EDF5D4C0-BE37-47A3-BD4B-206541C8681B}" type="presParOf" srcId="{2132F6B3-014D-4462-9087-091BDAC3C911}" destId="{9D75CF36-6658-4F12-8EF0-91BB2197F490}" srcOrd="4" destOrd="0" presId="urn:microsoft.com/office/officeart/2008/layout/LinedList"/>
    <dgm:cxn modelId="{17499A53-F3E7-4ED5-9179-CEB4CC91F145}" type="presParOf" srcId="{2132F6B3-014D-4462-9087-091BDAC3C911}" destId="{108EA7FD-8D33-44D5-B05F-D9895E954B04}" srcOrd="5" destOrd="0" presId="urn:microsoft.com/office/officeart/2008/layout/LinedList"/>
    <dgm:cxn modelId="{19DE57DB-1ACD-4F93-86B6-9BFDF01E0BC3}" type="presParOf" srcId="{108EA7FD-8D33-44D5-B05F-D9895E954B04}" destId="{ADB0280B-827C-445B-8756-6DE34E94CBEC}" srcOrd="0" destOrd="0" presId="urn:microsoft.com/office/officeart/2008/layout/LinedList"/>
    <dgm:cxn modelId="{2F1AB5DF-CD4F-4A6F-AB72-F0B6767D4513}" type="presParOf" srcId="{108EA7FD-8D33-44D5-B05F-D9895E954B04}" destId="{CAB5F9B3-748F-41E7-A105-4FE7207F5B30}" srcOrd="1" destOrd="0" presId="urn:microsoft.com/office/officeart/2008/layout/LinedList"/>
    <dgm:cxn modelId="{2F27BD3F-EF07-4B76-B0F3-C3B6BA10C642}" type="presParOf" srcId="{2132F6B3-014D-4462-9087-091BDAC3C911}" destId="{F6958B7A-83E0-4373-9D4E-DD76E836E59D}" srcOrd="6" destOrd="0" presId="urn:microsoft.com/office/officeart/2008/layout/LinedList"/>
    <dgm:cxn modelId="{DCCAD629-16D1-4DB8-BEEE-0F6BE86907A7}" type="presParOf" srcId="{2132F6B3-014D-4462-9087-091BDAC3C911}" destId="{C1A74AE2-839B-4DEE-A48E-5A7C9261C27F}" srcOrd="7" destOrd="0" presId="urn:microsoft.com/office/officeart/2008/layout/LinedList"/>
    <dgm:cxn modelId="{9B91DBE4-BE37-45D8-A81A-6CBE3C958F27}" type="presParOf" srcId="{C1A74AE2-839B-4DEE-A48E-5A7C9261C27F}" destId="{30744978-AC37-4F83-8A96-1348614C6B92}" srcOrd="0" destOrd="0" presId="urn:microsoft.com/office/officeart/2008/layout/LinedList"/>
    <dgm:cxn modelId="{B1D858E9-3943-4D3B-9E45-EAB1E2499D0E}" type="presParOf" srcId="{C1A74AE2-839B-4DEE-A48E-5A7C9261C27F}" destId="{B64B3B19-470B-4BC7-A15B-BA91A1710A3B}" srcOrd="1" destOrd="0" presId="urn:microsoft.com/office/officeart/2008/layout/LinedList"/>
    <dgm:cxn modelId="{6B626E7C-9B3E-4405-A127-4EF308BC7E63}" type="presParOf" srcId="{2132F6B3-014D-4462-9087-091BDAC3C911}" destId="{B9114202-3837-47FF-B201-7E214F4504D2}" srcOrd="8" destOrd="0" presId="urn:microsoft.com/office/officeart/2008/layout/LinedList"/>
    <dgm:cxn modelId="{DFB49097-4495-4BBC-930D-5A11A0F0E234}" type="presParOf" srcId="{2132F6B3-014D-4462-9087-091BDAC3C911}" destId="{A5F79459-8E9D-497D-8420-8480092228A4}" srcOrd="9" destOrd="0" presId="urn:microsoft.com/office/officeart/2008/layout/LinedList"/>
    <dgm:cxn modelId="{51F79858-3E76-4FDD-80BF-D58D05CB78F3}" type="presParOf" srcId="{A5F79459-8E9D-497D-8420-8480092228A4}" destId="{F98797A2-9641-4AA4-9B4C-607A8AC10CC0}" srcOrd="0" destOrd="0" presId="urn:microsoft.com/office/officeart/2008/layout/LinedList"/>
    <dgm:cxn modelId="{092023A1-DA65-4FFC-AA77-3CF63823B9EF}" type="presParOf" srcId="{A5F79459-8E9D-497D-8420-8480092228A4}" destId="{02E6104F-44B5-4484-BBB6-2D22EC32C4D1}" srcOrd="1" destOrd="0" presId="urn:microsoft.com/office/officeart/2008/layout/LinedList"/>
    <dgm:cxn modelId="{0EA68D95-7A34-4C99-A20E-61726C466895}" type="presParOf" srcId="{2132F6B3-014D-4462-9087-091BDAC3C911}" destId="{C9F2F459-0C31-424E-BBBA-83662BBE7A7A}" srcOrd="10" destOrd="0" presId="urn:microsoft.com/office/officeart/2008/layout/LinedList"/>
    <dgm:cxn modelId="{96026BCE-9952-4B9C-8608-4538A2DBD653}" type="presParOf" srcId="{2132F6B3-014D-4462-9087-091BDAC3C911}" destId="{029A88CA-9B27-4D14-9AC5-CB9441AADF7B}" srcOrd="11" destOrd="0" presId="urn:microsoft.com/office/officeart/2008/layout/LinedList"/>
    <dgm:cxn modelId="{E4DA6B15-80AB-40DE-80DC-45FC8525E12C}" type="presParOf" srcId="{029A88CA-9B27-4D14-9AC5-CB9441AADF7B}" destId="{5D3E8093-B822-406E-9645-8C1EB4A7F217}" srcOrd="0" destOrd="0" presId="urn:microsoft.com/office/officeart/2008/layout/LinedList"/>
    <dgm:cxn modelId="{5BF31593-59BF-4E8D-A558-BBDD4605F27C}" type="presParOf" srcId="{029A88CA-9B27-4D14-9AC5-CB9441AADF7B}" destId="{0FDDE432-D177-402D-A7D6-5942DC7C6F1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2149B4F-9EBD-4A44-9F1C-232B6A24D71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FB30FD-6211-4463-AACD-848E8F1A713E}">
      <dgm:prSet custT="1"/>
      <dgm:spPr/>
      <dgm:t>
        <a:bodyPr/>
        <a:lstStyle/>
        <a:p>
          <a:pPr algn="ctr"/>
          <a:r>
            <a:rPr lang="en-US" sz="1600" dirty="0"/>
            <a:t>Le auto di </a:t>
          </a:r>
          <a:r>
            <a:rPr lang="en-US" sz="1600" dirty="0" err="1"/>
            <a:t>origine</a:t>
          </a:r>
          <a:r>
            <a:rPr lang="en-US" sz="1600" dirty="0"/>
            <a:t> J </a:t>
          </a:r>
          <a:r>
            <a:rPr lang="en-US" sz="1600" dirty="0" err="1"/>
            <a:t>hanno</a:t>
          </a:r>
          <a:r>
            <a:rPr lang="en-US" sz="1600" dirty="0"/>
            <a:t> </a:t>
          </a:r>
          <a:r>
            <a:rPr lang="en-US" sz="1600" dirty="0" err="1"/>
            <a:t>valori</a:t>
          </a:r>
          <a:r>
            <a:rPr lang="en-US" sz="1600" dirty="0"/>
            <a:t> </a:t>
          </a:r>
          <a:r>
            <a:rPr lang="en-US" sz="1600" dirty="0" err="1"/>
            <a:t>migliori</a:t>
          </a:r>
          <a:r>
            <a:rPr lang="en-US" sz="1600" dirty="0"/>
            <a:t> </a:t>
          </a:r>
          <a:r>
            <a:rPr lang="en-US" sz="1600" dirty="0" err="1"/>
            <a:t>delle</a:t>
          </a:r>
          <a:r>
            <a:rPr lang="en-US" sz="1600" dirty="0"/>
            <a:t> </a:t>
          </a:r>
          <a:r>
            <a:rPr lang="en-US" sz="1600" dirty="0" err="1"/>
            <a:t>altre</a:t>
          </a:r>
          <a:endParaRPr lang="en-US" sz="1600" dirty="0"/>
        </a:p>
      </dgm:t>
    </dgm:pt>
    <dgm:pt modelId="{7AAE9CC7-82FF-417B-9812-0DE57CB785CA}" type="parTrans" cxnId="{847BEA89-83CD-4C6B-91F4-832517A75C80}">
      <dgm:prSet/>
      <dgm:spPr/>
      <dgm:t>
        <a:bodyPr/>
        <a:lstStyle/>
        <a:p>
          <a:pPr algn="ctr"/>
          <a:endParaRPr lang="en-US" sz="1600"/>
        </a:p>
      </dgm:t>
    </dgm:pt>
    <dgm:pt modelId="{82F189F0-D889-49EF-B5BE-BFB0BDF2C621}" type="sibTrans" cxnId="{847BEA89-83CD-4C6B-91F4-832517A75C80}">
      <dgm:prSet/>
      <dgm:spPr/>
      <dgm:t>
        <a:bodyPr/>
        <a:lstStyle/>
        <a:p>
          <a:pPr algn="ctr"/>
          <a:endParaRPr lang="en-US" sz="1600"/>
        </a:p>
      </dgm:t>
    </dgm:pt>
    <dgm:pt modelId="{6CDF5479-B046-4FFF-9908-7E0E8EE43727}">
      <dgm:prSet custT="1"/>
      <dgm:spPr/>
      <dgm:t>
        <a:bodyPr/>
        <a:lstStyle/>
        <a:p>
          <a:pPr algn="ctr"/>
          <a:r>
            <a:rPr lang="en-US" sz="1600"/>
            <a:t>Le auto di origine A hanno valori per lo più centrali, si nota una distribuzione quasi simmetrica nel 78</a:t>
          </a:r>
        </a:p>
      </dgm:t>
    </dgm:pt>
    <dgm:pt modelId="{7E2AE49E-56C9-4C7E-A3ED-12CB321120FE}" type="parTrans" cxnId="{C78A48DC-EA57-4735-B436-AA368AE34B6A}">
      <dgm:prSet/>
      <dgm:spPr/>
      <dgm:t>
        <a:bodyPr/>
        <a:lstStyle/>
        <a:p>
          <a:pPr algn="ctr"/>
          <a:endParaRPr lang="en-US" sz="1600"/>
        </a:p>
      </dgm:t>
    </dgm:pt>
    <dgm:pt modelId="{AD1B7024-AB02-4D0D-ABE1-7C09A26C678D}" type="sibTrans" cxnId="{C78A48DC-EA57-4735-B436-AA368AE34B6A}">
      <dgm:prSet/>
      <dgm:spPr/>
      <dgm:t>
        <a:bodyPr/>
        <a:lstStyle/>
        <a:p>
          <a:pPr algn="ctr"/>
          <a:endParaRPr lang="en-US" sz="1600"/>
        </a:p>
      </dgm:t>
    </dgm:pt>
    <dgm:pt modelId="{4B22B8E5-345A-4633-AD39-10B7A37CA662}">
      <dgm:prSet custT="1"/>
      <dgm:spPr/>
      <dgm:t>
        <a:bodyPr/>
        <a:lstStyle/>
        <a:p>
          <a:pPr algn="ctr"/>
          <a:r>
            <a:rPr lang="en-US" sz="1600" dirty="0"/>
            <a:t>Le auto di </a:t>
          </a:r>
          <a:r>
            <a:rPr lang="en-US" sz="1600" dirty="0" err="1"/>
            <a:t>origine</a:t>
          </a:r>
          <a:r>
            <a:rPr lang="en-US" sz="1600" dirty="0"/>
            <a:t> E </a:t>
          </a:r>
          <a:r>
            <a:rPr lang="en-US" sz="1600" dirty="0" err="1"/>
            <a:t>hanno</a:t>
          </a:r>
          <a:r>
            <a:rPr lang="en-US" sz="1600" dirty="0"/>
            <a:t> </a:t>
          </a:r>
          <a:r>
            <a:rPr lang="en-US" sz="1600" dirty="0" err="1"/>
            <a:t>nel</a:t>
          </a:r>
          <a:r>
            <a:rPr lang="en-US" sz="1600" dirty="0"/>
            <a:t> 77 </a:t>
          </a:r>
          <a:r>
            <a:rPr lang="en-US" sz="1600" dirty="0" err="1"/>
            <a:t>valori</a:t>
          </a:r>
          <a:r>
            <a:rPr lang="en-US" sz="1600" dirty="0"/>
            <a:t> </a:t>
          </a:r>
          <a:r>
            <a:rPr lang="en-US" sz="1600" dirty="0" err="1"/>
            <a:t>centrali</a:t>
          </a:r>
          <a:r>
            <a:rPr lang="en-US" sz="1600" dirty="0"/>
            <a:t>, </a:t>
          </a:r>
          <a:r>
            <a:rPr lang="en-US" sz="1600" dirty="0" err="1"/>
            <a:t>si</a:t>
          </a:r>
          <a:r>
            <a:rPr lang="en-US" sz="1600" dirty="0"/>
            <a:t> </a:t>
          </a:r>
          <a:r>
            <a:rPr lang="en-US" sz="1600" dirty="0" err="1"/>
            <a:t>riscontra</a:t>
          </a:r>
          <a:r>
            <a:rPr lang="en-US" sz="1600" dirty="0"/>
            <a:t> un </a:t>
          </a:r>
          <a:r>
            <a:rPr lang="en-US" sz="1600" dirty="0" err="1"/>
            <a:t>miglioramento</a:t>
          </a:r>
          <a:r>
            <a:rPr lang="en-US" sz="1600" dirty="0"/>
            <a:t> per il 78</a:t>
          </a:r>
        </a:p>
      </dgm:t>
    </dgm:pt>
    <dgm:pt modelId="{01EE0309-9A6C-4712-A801-F08426DD43AB}" type="parTrans" cxnId="{7B43E059-DE60-4AE2-B0D4-99747E09BF56}">
      <dgm:prSet/>
      <dgm:spPr/>
      <dgm:t>
        <a:bodyPr/>
        <a:lstStyle/>
        <a:p>
          <a:pPr algn="ctr"/>
          <a:endParaRPr lang="en-US" sz="1600"/>
        </a:p>
      </dgm:t>
    </dgm:pt>
    <dgm:pt modelId="{32DA4EDC-E5B0-454B-9AB8-398033A8C640}" type="sibTrans" cxnId="{7B43E059-DE60-4AE2-B0D4-99747E09BF56}">
      <dgm:prSet/>
      <dgm:spPr/>
      <dgm:t>
        <a:bodyPr/>
        <a:lstStyle/>
        <a:p>
          <a:pPr algn="ctr"/>
          <a:endParaRPr lang="en-US" sz="1600"/>
        </a:p>
      </dgm:t>
    </dgm:pt>
    <dgm:pt modelId="{BB773D1E-9023-4C4F-A1D0-C87B8BF177B6}">
      <dgm:prSet custT="1"/>
      <dgm:spPr/>
      <dgm:t>
        <a:bodyPr/>
        <a:lstStyle/>
        <a:p>
          <a:pPr algn="ctr"/>
          <a:r>
            <a:rPr lang="en-US" sz="1600"/>
            <a:t>C’è un peggioramento dal 77 al 78 solo per le auto di origine A</a:t>
          </a:r>
        </a:p>
      </dgm:t>
    </dgm:pt>
    <dgm:pt modelId="{1FDC30BC-74B8-4F63-AC29-10FFF6F35FC7}" type="parTrans" cxnId="{366E3B4B-F04A-4189-B1D5-0FA90076BE67}">
      <dgm:prSet/>
      <dgm:spPr/>
      <dgm:t>
        <a:bodyPr/>
        <a:lstStyle/>
        <a:p>
          <a:pPr algn="ctr"/>
          <a:endParaRPr lang="en-US" sz="1600"/>
        </a:p>
      </dgm:t>
    </dgm:pt>
    <dgm:pt modelId="{75F2316B-2E62-4669-B13B-9F955AF15CDB}" type="sibTrans" cxnId="{366E3B4B-F04A-4189-B1D5-0FA90076BE67}">
      <dgm:prSet/>
      <dgm:spPr/>
      <dgm:t>
        <a:bodyPr/>
        <a:lstStyle/>
        <a:p>
          <a:pPr algn="ctr"/>
          <a:endParaRPr lang="en-US" sz="1600"/>
        </a:p>
      </dgm:t>
    </dgm:pt>
    <dgm:pt modelId="{18330608-8291-4D9B-9623-1C3C434375DD}" type="pres">
      <dgm:prSet presAssocID="{32149B4F-9EBD-4A44-9F1C-232B6A24D713}" presName="vert0" presStyleCnt="0">
        <dgm:presLayoutVars>
          <dgm:dir/>
          <dgm:animOne val="branch"/>
          <dgm:animLvl val="lvl"/>
        </dgm:presLayoutVars>
      </dgm:prSet>
      <dgm:spPr/>
    </dgm:pt>
    <dgm:pt modelId="{E078A08F-ABDF-4345-9180-02F6500A58D9}" type="pres">
      <dgm:prSet presAssocID="{2AFB30FD-6211-4463-AACD-848E8F1A713E}" presName="thickLine" presStyleLbl="alignNode1" presStyleIdx="0" presStyleCnt="4"/>
      <dgm:spPr/>
    </dgm:pt>
    <dgm:pt modelId="{43AC4F49-7AE3-4194-8BBA-2356C7C035B9}" type="pres">
      <dgm:prSet presAssocID="{2AFB30FD-6211-4463-AACD-848E8F1A713E}" presName="horz1" presStyleCnt="0"/>
      <dgm:spPr/>
    </dgm:pt>
    <dgm:pt modelId="{A4E89A4F-260D-48A5-87F1-59BBB617FE12}" type="pres">
      <dgm:prSet presAssocID="{2AFB30FD-6211-4463-AACD-848E8F1A713E}" presName="tx1" presStyleLbl="revTx" presStyleIdx="0" presStyleCnt="4"/>
      <dgm:spPr/>
    </dgm:pt>
    <dgm:pt modelId="{3B2BA075-1D1D-47D4-9275-A2F6FF374E2B}" type="pres">
      <dgm:prSet presAssocID="{2AFB30FD-6211-4463-AACD-848E8F1A713E}" presName="vert1" presStyleCnt="0"/>
      <dgm:spPr/>
    </dgm:pt>
    <dgm:pt modelId="{F30E16CE-FE8C-4510-9117-672AEA035C78}" type="pres">
      <dgm:prSet presAssocID="{6CDF5479-B046-4FFF-9908-7E0E8EE43727}" presName="thickLine" presStyleLbl="alignNode1" presStyleIdx="1" presStyleCnt="4"/>
      <dgm:spPr/>
    </dgm:pt>
    <dgm:pt modelId="{894F7592-A1A3-40D8-8D9E-2CF117E5795C}" type="pres">
      <dgm:prSet presAssocID="{6CDF5479-B046-4FFF-9908-7E0E8EE43727}" presName="horz1" presStyleCnt="0"/>
      <dgm:spPr/>
    </dgm:pt>
    <dgm:pt modelId="{5BCA4F25-01F3-4BD3-A64B-81C0C8DE07C1}" type="pres">
      <dgm:prSet presAssocID="{6CDF5479-B046-4FFF-9908-7E0E8EE43727}" presName="tx1" presStyleLbl="revTx" presStyleIdx="1" presStyleCnt="4"/>
      <dgm:spPr/>
    </dgm:pt>
    <dgm:pt modelId="{E1DA0D67-7981-4F7D-862B-18C45CDDEF67}" type="pres">
      <dgm:prSet presAssocID="{6CDF5479-B046-4FFF-9908-7E0E8EE43727}" presName="vert1" presStyleCnt="0"/>
      <dgm:spPr/>
    </dgm:pt>
    <dgm:pt modelId="{C92C1913-AED5-4C0A-9343-1CC5B5EFFA23}" type="pres">
      <dgm:prSet presAssocID="{4B22B8E5-345A-4633-AD39-10B7A37CA662}" presName="thickLine" presStyleLbl="alignNode1" presStyleIdx="2" presStyleCnt="4"/>
      <dgm:spPr/>
    </dgm:pt>
    <dgm:pt modelId="{F5E4E919-6EE6-4F8E-94E9-81053E6F4F99}" type="pres">
      <dgm:prSet presAssocID="{4B22B8E5-345A-4633-AD39-10B7A37CA662}" presName="horz1" presStyleCnt="0"/>
      <dgm:spPr/>
    </dgm:pt>
    <dgm:pt modelId="{CCBD3806-41F4-484F-8CEF-7EDC50E6A0F6}" type="pres">
      <dgm:prSet presAssocID="{4B22B8E5-345A-4633-AD39-10B7A37CA662}" presName="tx1" presStyleLbl="revTx" presStyleIdx="2" presStyleCnt="4"/>
      <dgm:spPr/>
    </dgm:pt>
    <dgm:pt modelId="{19E57629-27A5-4C07-9D8B-D4F6BC75CA4C}" type="pres">
      <dgm:prSet presAssocID="{4B22B8E5-345A-4633-AD39-10B7A37CA662}" presName="vert1" presStyleCnt="0"/>
      <dgm:spPr/>
    </dgm:pt>
    <dgm:pt modelId="{38E33462-2042-47F9-A364-72607B45A3D9}" type="pres">
      <dgm:prSet presAssocID="{BB773D1E-9023-4C4F-A1D0-C87B8BF177B6}" presName="thickLine" presStyleLbl="alignNode1" presStyleIdx="3" presStyleCnt="4"/>
      <dgm:spPr/>
    </dgm:pt>
    <dgm:pt modelId="{FC2A6071-46C7-4026-8B8A-45B9F76B654A}" type="pres">
      <dgm:prSet presAssocID="{BB773D1E-9023-4C4F-A1D0-C87B8BF177B6}" presName="horz1" presStyleCnt="0"/>
      <dgm:spPr/>
    </dgm:pt>
    <dgm:pt modelId="{E5FCA0B5-603C-47AF-9F74-18858C9C5DA5}" type="pres">
      <dgm:prSet presAssocID="{BB773D1E-9023-4C4F-A1D0-C87B8BF177B6}" presName="tx1" presStyleLbl="revTx" presStyleIdx="3" presStyleCnt="4"/>
      <dgm:spPr/>
    </dgm:pt>
    <dgm:pt modelId="{B000077D-2349-47B7-AC2C-D43930B7941C}" type="pres">
      <dgm:prSet presAssocID="{BB773D1E-9023-4C4F-A1D0-C87B8BF177B6}" presName="vert1" presStyleCnt="0"/>
      <dgm:spPr/>
    </dgm:pt>
  </dgm:ptLst>
  <dgm:cxnLst>
    <dgm:cxn modelId="{BBE3A621-C72F-43F1-829F-5A0C1ADDDA90}" type="presOf" srcId="{32149B4F-9EBD-4A44-9F1C-232B6A24D713}" destId="{18330608-8291-4D9B-9623-1C3C434375DD}" srcOrd="0" destOrd="0" presId="urn:microsoft.com/office/officeart/2008/layout/LinedList"/>
    <dgm:cxn modelId="{BABAFA27-E56A-44F7-B0C9-119B1F781C74}" type="presOf" srcId="{BB773D1E-9023-4C4F-A1D0-C87B8BF177B6}" destId="{E5FCA0B5-603C-47AF-9F74-18858C9C5DA5}" srcOrd="0" destOrd="0" presId="urn:microsoft.com/office/officeart/2008/layout/LinedList"/>
    <dgm:cxn modelId="{366E3B4B-F04A-4189-B1D5-0FA90076BE67}" srcId="{32149B4F-9EBD-4A44-9F1C-232B6A24D713}" destId="{BB773D1E-9023-4C4F-A1D0-C87B8BF177B6}" srcOrd="3" destOrd="0" parTransId="{1FDC30BC-74B8-4F63-AC29-10FFF6F35FC7}" sibTransId="{75F2316B-2E62-4669-B13B-9F955AF15CDB}"/>
    <dgm:cxn modelId="{7B43E059-DE60-4AE2-B0D4-99747E09BF56}" srcId="{32149B4F-9EBD-4A44-9F1C-232B6A24D713}" destId="{4B22B8E5-345A-4633-AD39-10B7A37CA662}" srcOrd="2" destOrd="0" parTransId="{01EE0309-9A6C-4712-A801-F08426DD43AB}" sibTransId="{32DA4EDC-E5B0-454B-9AB8-398033A8C640}"/>
    <dgm:cxn modelId="{847BEA89-83CD-4C6B-91F4-832517A75C80}" srcId="{32149B4F-9EBD-4A44-9F1C-232B6A24D713}" destId="{2AFB30FD-6211-4463-AACD-848E8F1A713E}" srcOrd="0" destOrd="0" parTransId="{7AAE9CC7-82FF-417B-9812-0DE57CB785CA}" sibTransId="{82F189F0-D889-49EF-B5BE-BFB0BDF2C621}"/>
    <dgm:cxn modelId="{6F79C59A-4E00-4433-8157-D4425FFA6269}" type="presOf" srcId="{4B22B8E5-345A-4633-AD39-10B7A37CA662}" destId="{CCBD3806-41F4-484F-8CEF-7EDC50E6A0F6}" srcOrd="0" destOrd="0" presId="urn:microsoft.com/office/officeart/2008/layout/LinedList"/>
    <dgm:cxn modelId="{9FAD93AE-487F-48B0-A42C-CB73C4430810}" type="presOf" srcId="{6CDF5479-B046-4FFF-9908-7E0E8EE43727}" destId="{5BCA4F25-01F3-4BD3-A64B-81C0C8DE07C1}" srcOrd="0" destOrd="0" presId="urn:microsoft.com/office/officeart/2008/layout/LinedList"/>
    <dgm:cxn modelId="{C78A48DC-EA57-4735-B436-AA368AE34B6A}" srcId="{32149B4F-9EBD-4A44-9F1C-232B6A24D713}" destId="{6CDF5479-B046-4FFF-9908-7E0E8EE43727}" srcOrd="1" destOrd="0" parTransId="{7E2AE49E-56C9-4C7E-A3ED-12CB321120FE}" sibTransId="{AD1B7024-AB02-4D0D-ABE1-7C09A26C678D}"/>
    <dgm:cxn modelId="{A54164F9-EA8A-443B-B08B-63BF1D87C8B5}" type="presOf" srcId="{2AFB30FD-6211-4463-AACD-848E8F1A713E}" destId="{A4E89A4F-260D-48A5-87F1-59BBB617FE12}" srcOrd="0" destOrd="0" presId="urn:microsoft.com/office/officeart/2008/layout/LinedList"/>
    <dgm:cxn modelId="{4287A718-3F16-4A4F-93C8-4A877AE2D718}" type="presParOf" srcId="{18330608-8291-4D9B-9623-1C3C434375DD}" destId="{E078A08F-ABDF-4345-9180-02F6500A58D9}" srcOrd="0" destOrd="0" presId="urn:microsoft.com/office/officeart/2008/layout/LinedList"/>
    <dgm:cxn modelId="{F66DF64B-F3D1-4E29-8410-60D5964AF706}" type="presParOf" srcId="{18330608-8291-4D9B-9623-1C3C434375DD}" destId="{43AC4F49-7AE3-4194-8BBA-2356C7C035B9}" srcOrd="1" destOrd="0" presId="urn:microsoft.com/office/officeart/2008/layout/LinedList"/>
    <dgm:cxn modelId="{33AD9C14-A10F-4E16-BCFC-C10C92BFFD6A}" type="presParOf" srcId="{43AC4F49-7AE3-4194-8BBA-2356C7C035B9}" destId="{A4E89A4F-260D-48A5-87F1-59BBB617FE12}" srcOrd="0" destOrd="0" presId="urn:microsoft.com/office/officeart/2008/layout/LinedList"/>
    <dgm:cxn modelId="{C9029B8C-03DF-4998-9E0A-254FE82387B5}" type="presParOf" srcId="{43AC4F49-7AE3-4194-8BBA-2356C7C035B9}" destId="{3B2BA075-1D1D-47D4-9275-A2F6FF374E2B}" srcOrd="1" destOrd="0" presId="urn:microsoft.com/office/officeart/2008/layout/LinedList"/>
    <dgm:cxn modelId="{8F421757-F83A-4F68-B084-1DEBFC8ECB8E}" type="presParOf" srcId="{18330608-8291-4D9B-9623-1C3C434375DD}" destId="{F30E16CE-FE8C-4510-9117-672AEA035C78}" srcOrd="2" destOrd="0" presId="urn:microsoft.com/office/officeart/2008/layout/LinedList"/>
    <dgm:cxn modelId="{E3CA4686-913C-42FB-B3EE-591E7642FF0D}" type="presParOf" srcId="{18330608-8291-4D9B-9623-1C3C434375DD}" destId="{894F7592-A1A3-40D8-8D9E-2CF117E5795C}" srcOrd="3" destOrd="0" presId="urn:microsoft.com/office/officeart/2008/layout/LinedList"/>
    <dgm:cxn modelId="{3E20C0B1-416B-4D41-8B2E-EE7B76B05D61}" type="presParOf" srcId="{894F7592-A1A3-40D8-8D9E-2CF117E5795C}" destId="{5BCA4F25-01F3-4BD3-A64B-81C0C8DE07C1}" srcOrd="0" destOrd="0" presId="urn:microsoft.com/office/officeart/2008/layout/LinedList"/>
    <dgm:cxn modelId="{A0C613FF-0A8F-4FED-9135-76E63CAA2425}" type="presParOf" srcId="{894F7592-A1A3-40D8-8D9E-2CF117E5795C}" destId="{E1DA0D67-7981-4F7D-862B-18C45CDDEF67}" srcOrd="1" destOrd="0" presId="urn:microsoft.com/office/officeart/2008/layout/LinedList"/>
    <dgm:cxn modelId="{E9102BED-7B5B-4DA6-8F75-1D7650F92F08}" type="presParOf" srcId="{18330608-8291-4D9B-9623-1C3C434375DD}" destId="{C92C1913-AED5-4C0A-9343-1CC5B5EFFA23}" srcOrd="4" destOrd="0" presId="urn:microsoft.com/office/officeart/2008/layout/LinedList"/>
    <dgm:cxn modelId="{7C1D35EC-4EF0-4120-A959-A7E3F52BE0AD}" type="presParOf" srcId="{18330608-8291-4D9B-9623-1C3C434375DD}" destId="{F5E4E919-6EE6-4F8E-94E9-81053E6F4F99}" srcOrd="5" destOrd="0" presId="urn:microsoft.com/office/officeart/2008/layout/LinedList"/>
    <dgm:cxn modelId="{BC79141F-DA66-4206-80A6-5F34EC6B37DC}" type="presParOf" srcId="{F5E4E919-6EE6-4F8E-94E9-81053E6F4F99}" destId="{CCBD3806-41F4-484F-8CEF-7EDC50E6A0F6}" srcOrd="0" destOrd="0" presId="urn:microsoft.com/office/officeart/2008/layout/LinedList"/>
    <dgm:cxn modelId="{E7CCE9B2-69FE-4EE1-9A4A-F0BCFEED8AD8}" type="presParOf" srcId="{F5E4E919-6EE6-4F8E-94E9-81053E6F4F99}" destId="{19E57629-27A5-4C07-9D8B-D4F6BC75CA4C}" srcOrd="1" destOrd="0" presId="urn:microsoft.com/office/officeart/2008/layout/LinedList"/>
    <dgm:cxn modelId="{A9E6CE0E-B291-48EA-B171-54DA456648E0}" type="presParOf" srcId="{18330608-8291-4D9B-9623-1C3C434375DD}" destId="{38E33462-2042-47F9-A364-72607B45A3D9}" srcOrd="6" destOrd="0" presId="urn:microsoft.com/office/officeart/2008/layout/LinedList"/>
    <dgm:cxn modelId="{5B9BCF2B-1E98-4A4C-AEBB-2A5DF60A5488}" type="presParOf" srcId="{18330608-8291-4D9B-9623-1C3C434375DD}" destId="{FC2A6071-46C7-4026-8B8A-45B9F76B654A}" srcOrd="7" destOrd="0" presId="urn:microsoft.com/office/officeart/2008/layout/LinedList"/>
    <dgm:cxn modelId="{0AC7CDD9-5120-43A8-A1BD-85E19FF5AB02}" type="presParOf" srcId="{FC2A6071-46C7-4026-8B8A-45B9F76B654A}" destId="{E5FCA0B5-603C-47AF-9F74-18858C9C5DA5}" srcOrd="0" destOrd="0" presId="urn:microsoft.com/office/officeart/2008/layout/LinedList"/>
    <dgm:cxn modelId="{84967123-57EB-4E41-8EA1-178B6AB4AAA5}" type="presParOf" srcId="{FC2A6071-46C7-4026-8B8A-45B9F76B654A}" destId="{B000077D-2349-47B7-AC2C-D43930B794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4238B06-B1A1-4211-9B23-B98FFBCBB5E7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CA55E30-D662-4FC2-B6AF-54BFBDA0DFD2}">
      <dgm:prSet custT="1"/>
      <dgm:spPr/>
      <dgm:t>
        <a:bodyPr/>
        <a:lstStyle/>
        <a:p>
          <a:pPr algn="ctr"/>
          <a:r>
            <a:rPr lang="en-US" sz="1800" dirty="0"/>
            <a:t>Le auto di </a:t>
          </a:r>
          <a:r>
            <a:rPr lang="en-US" sz="1800" dirty="0" err="1"/>
            <a:t>origine</a:t>
          </a:r>
          <a:r>
            <a:rPr lang="en-US" sz="1800" dirty="0"/>
            <a:t> A </a:t>
          </a:r>
          <a:r>
            <a:rPr lang="en-US" sz="1800" dirty="0" err="1"/>
            <a:t>assumono</a:t>
          </a:r>
          <a:r>
            <a:rPr lang="en-US" sz="1800" dirty="0"/>
            <a:t> </a:t>
          </a:r>
          <a:r>
            <a:rPr lang="en-US" sz="1800" dirty="0" err="1"/>
            <a:t>valori</a:t>
          </a:r>
          <a:r>
            <a:rPr lang="en-US" sz="1800" dirty="0"/>
            <a:t> </a:t>
          </a:r>
          <a:r>
            <a:rPr lang="en-US" sz="1800" dirty="0" err="1"/>
            <a:t>centrali</a:t>
          </a:r>
          <a:r>
            <a:rPr lang="en-US" sz="1800" dirty="0"/>
            <a:t> (</a:t>
          </a:r>
          <a:r>
            <a:rPr lang="en-US" sz="1800" dirty="0" err="1"/>
            <a:t>maggioranza</a:t>
          </a:r>
          <a:r>
            <a:rPr lang="en-US" sz="1800" dirty="0"/>
            <a:t> di 3);</a:t>
          </a:r>
          <a:br>
            <a:rPr lang="en-US" sz="1800" dirty="0"/>
          </a:br>
          <a:r>
            <a:rPr lang="en-US" sz="1800" dirty="0" err="1"/>
            <a:t>costituiscono</a:t>
          </a:r>
          <a:r>
            <a:rPr lang="en-US" sz="1800" dirty="0"/>
            <a:t> la </a:t>
          </a:r>
          <a:r>
            <a:rPr lang="en-US" sz="1800" dirty="0" err="1"/>
            <a:t>maggior</a:t>
          </a:r>
          <a:r>
            <a:rPr lang="en-US" sz="1800" dirty="0"/>
            <a:t> </a:t>
          </a:r>
          <a:r>
            <a:rPr lang="en-US" sz="1800" dirty="0" err="1"/>
            <a:t>parte</a:t>
          </a:r>
          <a:r>
            <a:rPr lang="en-US" sz="1800" dirty="0"/>
            <a:t> </a:t>
          </a:r>
          <a:r>
            <a:rPr lang="en-US" sz="1800" dirty="0" err="1"/>
            <a:t>delle</a:t>
          </a:r>
          <a:r>
            <a:rPr lang="en-US" sz="1800" dirty="0"/>
            <a:t> </a:t>
          </a:r>
          <a:r>
            <a:rPr lang="en-US" sz="1800" dirty="0" err="1"/>
            <a:t>osservazioni</a:t>
          </a:r>
          <a:r>
            <a:rPr lang="en-US" sz="1800" dirty="0"/>
            <a:t> di </a:t>
          </a:r>
          <a:r>
            <a:rPr lang="en-US" sz="1800" dirty="0" err="1"/>
            <a:t>livello</a:t>
          </a:r>
          <a:r>
            <a:rPr lang="en-US" sz="1800" dirty="0"/>
            <a:t> 2</a:t>
          </a:r>
        </a:p>
      </dgm:t>
    </dgm:pt>
    <dgm:pt modelId="{B7F72223-4A61-4BF4-B57C-EF560BD765D1}" type="parTrans" cxnId="{045131D4-14BA-4E9E-9C78-4F0F7C48BBFF}">
      <dgm:prSet/>
      <dgm:spPr/>
      <dgm:t>
        <a:bodyPr/>
        <a:lstStyle/>
        <a:p>
          <a:pPr algn="ctr"/>
          <a:endParaRPr lang="en-US" sz="1800"/>
        </a:p>
      </dgm:t>
    </dgm:pt>
    <dgm:pt modelId="{80084346-B1E0-4220-A14B-A9210F10DED4}" type="sibTrans" cxnId="{045131D4-14BA-4E9E-9C78-4F0F7C48BBFF}">
      <dgm:prSet/>
      <dgm:spPr/>
      <dgm:t>
        <a:bodyPr/>
        <a:lstStyle/>
        <a:p>
          <a:pPr algn="ctr"/>
          <a:endParaRPr lang="en-US" sz="1800"/>
        </a:p>
      </dgm:t>
    </dgm:pt>
    <dgm:pt modelId="{7E839BC8-34A1-4719-9EB6-C1D1DD9221C9}">
      <dgm:prSet custT="1"/>
      <dgm:spPr/>
      <dgm:t>
        <a:bodyPr/>
        <a:lstStyle/>
        <a:p>
          <a:pPr algn="ctr"/>
          <a:r>
            <a:rPr lang="en-US" sz="1800" dirty="0" err="1"/>
            <a:t>Più</a:t>
          </a:r>
          <a:r>
            <a:rPr lang="en-US" sz="1800" dirty="0"/>
            <a:t> </a:t>
          </a:r>
          <a:r>
            <a:rPr lang="en-US" sz="1800" dirty="0" err="1"/>
            <a:t>della</a:t>
          </a:r>
          <a:r>
            <a:rPr lang="en-US" sz="1800" dirty="0"/>
            <a:t> </a:t>
          </a:r>
          <a:r>
            <a:rPr lang="en-US" sz="1800" dirty="0" err="1"/>
            <a:t>metà</a:t>
          </a:r>
          <a:r>
            <a:rPr lang="en-US" sz="1800" dirty="0"/>
            <a:t> </a:t>
          </a:r>
          <a:r>
            <a:rPr lang="en-US" sz="1800" dirty="0" err="1"/>
            <a:t>delle</a:t>
          </a:r>
          <a:r>
            <a:rPr lang="en-US" sz="1800" dirty="0"/>
            <a:t> auto di </a:t>
          </a:r>
          <a:r>
            <a:rPr lang="en-US" sz="1800" dirty="0" err="1"/>
            <a:t>origine</a:t>
          </a:r>
          <a:r>
            <a:rPr lang="en-US" sz="1800" dirty="0"/>
            <a:t> E </a:t>
          </a:r>
          <a:r>
            <a:rPr lang="en-US" sz="1800" dirty="0" err="1"/>
            <a:t>hanno</a:t>
          </a:r>
          <a:r>
            <a:rPr lang="en-US" sz="1800" dirty="0"/>
            <a:t> </a:t>
          </a:r>
          <a:r>
            <a:rPr lang="en-US" sz="1800" dirty="0" err="1"/>
            <a:t>livello</a:t>
          </a:r>
          <a:r>
            <a:rPr lang="en-US" sz="1800" dirty="0"/>
            <a:t> 3</a:t>
          </a:r>
        </a:p>
      </dgm:t>
    </dgm:pt>
    <dgm:pt modelId="{C551D7E6-D514-45A5-96D9-9B3283BF9D5D}" type="parTrans" cxnId="{693FB740-9117-497F-BC0A-209C19FAD03F}">
      <dgm:prSet/>
      <dgm:spPr/>
      <dgm:t>
        <a:bodyPr/>
        <a:lstStyle/>
        <a:p>
          <a:pPr algn="ctr"/>
          <a:endParaRPr lang="en-US" sz="1800"/>
        </a:p>
      </dgm:t>
    </dgm:pt>
    <dgm:pt modelId="{502D93D2-774A-4ACA-BF83-227E4196A33E}" type="sibTrans" cxnId="{693FB740-9117-497F-BC0A-209C19FAD03F}">
      <dgm:prSet/>
      <dgm:spPr/>
      <dgm:t>
        <a:bodyPr/>
        <a:lstStyle/>
        <a:p>
          <a:pPr algn="ctr"/>
          <a:endParaRPr lang="en-US" sz="1800"/>
        </a:p>
      </dgm:t>
    </dgm:pt>
    <dgm:pt modelId="{16F180F0-9909-48DF-8D2E-856B9436F0FB}">
      <dgm:prSet custT="1"/>
      <dgm:spPr/>
      <dgm:t>
        <a:bodyPr/>
        <a:lstStyle/>
        <a:p>
          <a:pPr algn="ctr"/>
          <a:r>
            <a:rPr lang="en-US" sz="1800"/>
            <a:t>Le osservazioni con origine J sono tutte di livello 4 o 5 per eccezione di un’unità;</a:t>
          </a:r>
          <a:br>
            <a:rPr lang="en-US" sz="1800"/>
          </a:br>
          <a:r>
            <a:rPr lang="en-US" sz="1800"/>
            <a:t>sono la totalità delle auto con valore 5</a:t>
          </a:r>
        </a:p>
      </dgm:t>
    </dgm:pt>
    <dgm:pt modelId="{DF346466-7B8D-45A5-A147-C75D258ACA04}" type="parTrans" cxnId="{AFC78B23-BF81-4E68-BE92-664B4DB482E0}">
      <dgm:prSet/>
      <dgm:spPr/>
      <dgm:t>
        <a:bodyPr/>
        <a:lstStyle/>
        <a:p>
          <a:pPr algn="ctr"/>
          <a:endParaRPr lang="en-US" sz="1800"/>
        </a:p>
      </dgm:t>
    </dgm:pt>
    <dgm:pt modelId="{C0DA46AD-163B-4D93-A81D-3EBE7049F585}" type="sibTrans" cxnId="{AFC78B23-BF81-4E68-BE92-664B4DB482E0}">
      <dgm:prSet/>
      <dgm:spPr/>
      <dgm:t>
        <a:bodyPr/>
        <a:lstStyle/>
        <a:p>
          <a:pPr algn="ctr"/>
          <a:endParaRPr lang="en-US" sz="1800"/>
        </a:p>
      </dgm:t>
    </dgm:pt>
    <dgm:pt modelId="{22CACA54-B717-4EF9-AE11-E9A9AD3034E3}" type="pres">
      <dgm:prSet presAssocID="{E4238B06-B1A1-4211-9B23-B98FFBCBB5E7}" presName="vert0" presStyleCnt="0">
        <dgm:presLayoutVars>
          <dgm:dir/>
          <dgm:animOne val="branch"/>
          <dgm:animLvl val="lvl"/>
        </dgm:presLayoutVars>
      </dgm:prSet>
      <dgm:spPr/>
    </dgm:pt>
    <dgm:pt modelId="{2E5619F8-A4D5-443D-9CCA-68503D7B0093}" type="pres">
      <dgm:prSet presAssocID="{2CA55E30-D662-4FC2-B6AF-54BFBDA0DFD2}" presName="thickLine" presStyleLbl="alignNode1" presStyleIdx="0" presStyleCnt="3"/>
      <dgm:spPr/>
    </dgm:pt>
    <dgm:pt modelId="{62278468-69BD-418A-92E3-97A7A9CABA61}" type="pres">
      <dgm:prSet presAssocID="{2CA55E30-D662-4FC2-B6AF-54BFBDA0DFD2}" presName="horz1" presStyleCnt="0"/>
      <dgm:spPr/>
    </dgm:pt>
    <dgm:pt modelId="{9CF082A1-7185-432D-ABE7-6AA524C71C20}" type="pres">
      <dgm:prSet presAssocID="{2CA55E30-D662-4FC2-B6AF-54BFBDA0DFD2}" presName="tx1" presStyleLbl="revTx" presStyleIdx="0" presStyleCnt="3"/>
      <dgm:spPr/>
    </dgm:pt>
    <dgm:pt modelId="{09FA067E-AB0C-4C8F-9440-4727DB462963}" type="pres">
      <dgm:prSet presAssocID="{2CA55E30-D662-4FC2-B6AF-54BFBDA0DFD2}" presName="vert1" presStyleCnt="0"/>
      <dgm:spPr/>
    </dgm:pt>
    <dgm:pt modelId="{DDF096F9-CEA3-419E-AC18-404B205C8CF7}" type="pres">
      <dgm:prSet presAssocID="{7E839BC8-34A1-4719-9EB6-C1D1DD9221C9}" presName="thickLine" presStyleLbl="alignNode1" presStyleIdx="1" presStyleCnt="3"/>
      <dgm:spPr/>
    </dgm:pt>
    <dgm:pt modelId="{6908A560-4EE0-40CA-8912-17FA716122FF}" type="pres">
      <dgm:prSet presAssocID="{7E839BC8-34A1-4719-9EB6-C1D1DD9221C9}" presName="horz1" presStyleCnt="0"/>
      <dgm:spPr/>
    </dgm:pt>
    <dgm:pt modelId="{CCFDAE7B-6634-4AD7-9BC1-8965FB53422C}" type="pres">
      <dgm:prSet presAssocID="{7E839BC8-34A1-4719-9EB6-C1D1DD9221C9}" presName="tx1" presStyleLbl="revTx" presStyleIdx="1" presStyleCnt="3"/>
      <dgm:spPr/>
    </dgm:pt>
    <dgm:pt modelId="{259D7709-D2C0-44CD-B9E1-24D7B32B428D}" type="pres">
      <dgm:prSet presAssocID="{7E839BC8-34A1-4719-9EB6-C1D1DD9221C9}" presName="vert1" presStyleCnt="0"/>
      <dgm:spPr/>
    </dgm:pt>
    <dgm:pt modelId="{0C4B85B0-7A5E-436E-BAAD-08E7CBA8146D}" type="pres">
      <dgm:prSet presAssocID="{16F180F0-9909-48DF-8D2E-856B9436F0FB}" presName="thickLine" presStyleLbl="alignNode1" presStyleIdx="2" presStyleCnt="3"/>
      <dgm:spPr/>
    </dgm:pt>
    <dgm:pt modelId="{AD28BD54-0648-4A47-B272-8A9192DCB259}" type="pres">
      <dgm:prSet presAssocID="{16F180F0-9909-48DF-8D2E-856B9436F0FB}" presName="horz1" presStyleCnt="0"/>
      <dgm:spPr/>
    </dgm:pt>
    <dgm:pt modelId="{E4A0B9F4-252E-4743-B716-95DED56E2EE8}" type="pres">
      <dgm:prSet presAssocID="{16F180F0-9909-48DF-8D2E-856B9436F0FB}" presName="tx1" presStyleLbl="revTx" presStyleIdx="2" presStyleCnt="3"/>
      <dgm:spPr/>
    </dgm:pt>
    <dgm:pt modelId="{A4FD61A2-CB2D-4936-B7F1-6BB92EFF4378}" type="pres">
      <dgm:prSet presAssocID="{16F180F0-9909-48DF-8D2E-856B9436F0FB}" presName="vert1" presStyleCnt="0"/>
      <dgm:spPr/>
    </dgm:pt>
  </dgm:ptLst>
  <dgm:cxnLst>
    <dgm:cxn modelId="{12458818-5559-4301-B126-99F4817C43F8}" type="presOf" srcId="{16F180F0-9909-48DF-8D2E-856B9436F0FB}" destId="{E4A0B9F4-252E-4743-B716-95DED56E2EE8}" srcOrd="0" destOrd="0" presId="urn:microsoft.com/office/officeart/2008/layout/LinedList"/>
    <dgm:cxn modelId="{AFC78B23-BF81-4E68-BE92-664B4DB482E0}" srcId="{E4238B06-B1A1-4211-9B23-B98FFBCBB5E7}" destId="{16F180F0-9909-48DF-8D2E-856B9436F0FB}" srcOrd="2" destOrd="0" parTransId="{DF346466-7B8D-45A5-A147-C75D258ACA04}" sibTransId="{C0DA46AD-163B-4D93-A81D-3EBE7049F585}"/>
    <dgm:cxn modelId="{693FB740-9117-497F-BC0A-209C19FAD03F}" srcId="{E4238B06-B1A1-4211-9B23-B98FFBCBB5E7}" destId="{7E839BC8-34A1-4719-9EB6-C1D1DD9221C9}" srcOrd="1" destOrd="0" parTransId="{C551D7E6-D514-45A5-96D9-9B3283BF9D5D}" sibTransId="{502D93D2-774A-4ACA-BF83-227E4196A33E}"/>
    <dgm:cxn modelId="{9B718D45-6A06-4AD9-A5D1-8D1FB20665D6}" type="presOf" srcId="{E4238B06-B1A1-4211-9B23-B98FFBCBB5E7}" destId="{22CACA54-B717-4EF9-AE11-E9A9AD3034E3}" srcOrd="0" destOrd="0" presId="urn:microsoft.com/office/officeart/2008/layout/LinedList"/>
    <dgm:cxn modelId="{BA17FC76-C262-44B2-A809-21332E07983E}" type="presOf" srcId="{2CA55E30-D662-4FC2-B6AF-54BFBDA0DFD2}" destId="{9CF082A1-7185-432D-ABE7-6AA524C71C20}" srcOrd="0" destOrd="0" presId="urn:microsoft.com/office/officeart/2008/layout/LinedList"/>
    <dgm:cxn modelId="{F662577A-D385-4999-B645-A602D7E84EAF}" type="presOf" srcId="{7E839BC8-34A1-4719-9EB6-C1D1DD9221C9}" destId="{CCFDAE7B-6634-4AD7-9BC1-8965FB53422C}" srcOrd="0" destOrd="0" presId="urn:microsoft.com/office/officeart/2008/layout/LinedList"/>
    <dgm:cxn modelId="{045131D4-14BA-4E9E-9C78-4F0F7C48BBFF}" srcId="{E4238B06-B1A1-4211-9B23-B98FFBCBB5E7}" destId="{2CA55E30-D662-4FC2-B6AF-54BFBDA0DFD2}" srcOrd="0" destOrd="0" parTransId="{B7F72223-4A61-4BF4-B57C-EF560BD765D1}" sibTransId="{80084346-B1E0-4220-A14B-A9210F10DED4}"/>
    <dgm:cxn modelId="{150D8677-F171-4282-BEB7-6FD4F2FE866A}" type="presParOf" srcId="{22CACA54-B717-4EF9-AE11-E9A9AD3034E3}" destId="{2E5619F8-A4D5-443D-9CCA-68503D7B0093}" srcOrd="0" destOrd="0" presId="urn:microsoft.com/office/officeart/2008/layout/LinedList"/>
    <dgm:cxn modelId="{89FAD6A2-6234-4550-8769-6224A7E852A7}" type="presParOf" srcId="{22CACA54-B717-4EF9-AE11-E9A9AD3034E3}" destId="{62278468-69BD-418A-92E3-97A7A9CABA61}" srcOrd="1" destOrd="0" presId="urn:microsoft.com/office/officeart/2008/layout/LinedList"/>
    <dgm:cxn modelId="{EBD563EC-DC20-4C5F-AB12-356F983F098D}" type="presParOf" srcId="{62278468-69BD-418A-92E3-97A7A9CABA61}" destId="{9CF082A1-7185-432D-ABE7-6AA524C71C20}" srcOrd="0" destOrd="0" presId="urn:microsoft.com/office/officeart/2008/layout/LinedList"/>
    <dgm:cxn modelId="{6EA358D3-E3EB-41EE-9884-77CB08A3239E}" type="presParOf" srcId="{62278468-69BD-418A-92E3-97A7A9CABA61}" destId="{09FA067E-AB0C-4C8F-9440-4727DB462963}" srcOrd="1" destOrd="0" presId="urn:microsoft.com/office/officeart/2008/layout/LinedList"/>
    <dgm:cxn modelId="{55BA4A1F-5B9A-4E43-9D30-0E7CD62C1E41}" type="presParOf" srcId="{22CACA54-B717-4EF9-AE11-E9A9AD3034E3}" destId="{DDF096F9-CEA3-419E-AC18-404B205C8CF7}" srcOrd="2" destOrd="0" presId="urn:microsoft.com/office/officeart/2008/layout/LinedList"/>
    <dgm:cxn modelId="{8FCE9B2A-4117-4403-B1D9-8B53875785F9}" type="presParOf" srcId="{22CACA54-B717-4EF9-AE11-E9A9AD3034E3}" destId="{6908A560-4EE0-40CA-8912-17FA716122FF}" srcOrd="3" destOrd="0" presId="urn:microsoft.com/office/officeart/2008/layout/LinedList"/>
    <dgm:cxn modelId="{C871BD7F-F1E1-4385-8BF0-9E52C213E362}" type="presParOf" srcId="{6908A560-4EE0-40CA-8912-17FA716122FF}" destId="{CCFDAE7B-6634-4AD7-9BC1-8965FB53422C}" srcOrd="0" destOrd="0" presId="urn:microsoft.com/office/officeart/2008/layout/LinedList"/>
    <dgm:cxn modelId="{84E6BFE9-C158-47C3-A781-7BAAB94297C1}" type="presParOf" srcId="{6908A560-4EE0-40CA-8912-17FA716122FF}" destId="{259D7709-D2C0-44CD-B9E1-24D7B32B428D}" srcOrd="1" destOrd="0" presId="urn:microsoft.com/office/officeart/2008/layout/LinedList"/>
    <dgm:cxn modelId="{4B82909B-0E09-4449-B80B-4B3141A74029}" type="presParOf" srcId="{22CACA54-B717-4EF9-AE11-E9A9AD3034E3}" destId="{0C4B85B0-7A5E-436E-BAAD-08E7CBA8146D}" srcOrd="4" destOrd="0" presId="urn:microsoft.com/office/officeart/2008/layout/LinedList"/>
    <dgm:cxn modelId="{C9D4AAC9-6726-46FC-B904-08F1672E4C64}" type="presParOf" srcId="{22CACA54-B717-4EF9-AE11-E9A9AD3034E3}" destId="{AD28BD54-0648-4A47-B272-8A9192DCB259}" srcOrd="5" destOrd="0" presId="urn:microsoft.com/office/officeart/2008/layout/LinedList"/>
    <dgm:cxn modelId="{346E9E77-F954-4068-9663-B2DCB1C291E0}" type="presParOf" srcId="{AD28BD54-0648-4A47-B272-8A9192DCB259}" destId="{E4A0B9F4-252E-4743-B716-95DED56E2EE8}" srcOrd="0" destOrd="0" presId="urn:microsoft.com/office/officeart/2008/layout/LinedList"/>
    <dgm:cxn modelId="{CABC84B2-0BC2-42D0-B414-9EC014290E1B}" type="presParOf" srcId="{AD28BD54-0648-4A47-B272-8A9192DCB259}" destId="{A4FD61A2-CB2D-4936-B7F1-6BB92EFF437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DFABFEE-F915-4B0C-95B6-A164B3438605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A3FE4A8-CD2D-439C-99FA-5BA665823C1A}">
      <dgm:prSet custT="1"/>
      <dgm:spPr/>
      <dgm:t>
        <a:bodyPr/>
        <a:lstStyle/>
        <a:p>
          <a:pPr algn="ctr"/>
          <a:r>
            <a:rPr lang="en-US" sz="1800" dirty="0"/>
            <a:t>Le auto di </a:t>
          </a:r>
          <a:r>
            <a:rPr lang="en-US" sz="1800" dirty="0" err="1"/>
            <a:t>livello</a:t>
          </a:r>
          <a:r>
            <a:rPr lang="en-US" sz="1800" dirty="0"/>
            <a:t> 1 e 2 </a:t>
          </a:r>
          <a:r>
            <a:rPr lang="en-US" sz="1800" dirty="0" err="1"/>
            <a:t>sono</a:t>
          </a:r>
          <a:r>
            <a:rPr lang="en-US" sz="1800" dirty="0"/>
            <a:t> </a:t>
          </a:r>
          <a:r>
            <a:rPr lang="en-US" sz="1800" dirty="0" err="1"/>
            <a:t>tutte</a:t>
          </a:r>
          <a:r>
            <a:rPr lang="en-US" sz="1800" dirty="0"/>
            <a:t> di </a:t>
          </a:r>
          <a:r>
            <a:rPr lang="en-US" sz="1800" dirty="0" err="1"/>
            <a:t>origine</a:t>
          </a:r>
          <a:r>
            <a:rPr lang="en-US" sz="1800" dirty="0"/>
            <a:t> A;</a:t>
          </a:r>
          <a:br>
            <a:rPr lang="en-US" sz="1800" dirty="0"/>
          </a:br>
          <a:r>
            <a:rPr lang="en-US" sz="1800" dirty="0" err="1"/>
            <a:t>più</a:t>
          </a:r>
          <a:r>
            <a:rPr lang="en-US" sz="1800" dirty="0"/>
            <a:t> </a:t>
          </a:r>
          <a:r>
            <a:rPr lang="en-US" sz="1800" dirty="0" err="1"/>
            <a:t>della</a:t>
          </a:r>
          <a:r>
            <a:rPr lang="en-US" sz="1800" dirty="0"/>
            <a:t> </a:t>
          </a:r>
          <a:r>
            <a:rPr lang="en-US" sz="1800" dirty="0" err="1"/>
            <a:t>metà</a:t>
          </a:r>
          <a:r>
            <a:rPr lang="en-US" sz="1800" dirty="0"/>
            <a:t> </a:t>
          </a:r>
          <a:r>
            <a:rPr lang="en-US" sz="1800" dirty="0" err="1"/>
            <a:t>hanno</a:t>
          </a:r>
          <a:r>
            <a:rPr lang="en-US" sz="1800" dirty="0"/>
            <a:t> </a:t>
          </a:r>
          <a:r>
            <a:rPr lang="en-US" sz="1800" dirty="0" err="1"/>
            <a:t>valore</a:t>
          </a:r>
          <a:r>
            <a:rPr lang="en-US" sz="1800" dirty="0"/>
            <a:t> 3</a:t>
          </a:r>
        </a:p>
      </dgm:t>
    </dgm:pt>
    <dgm:pt modelId="{ED19C470-77E2-4841-BC8D-8CDD660DB3A6}" type="parTrans" cxnId="{10A74A51-B8E0-4D35-94FB-28814B4C3536}">
      <dgm:prSet/>
      <dgm:spPr/>
      <dgm:t>
        <a:bodyPr/>
        <a:lstStyle/>
        <a:p>
          <a:pPr algn="ctr"/>
          <a:endParaRPr lang="en-US" sz="1800"/>
        </a:p>
      </dgm:t>
    </dgm:pt>
    <dgm:pt modelId="{28847F40-1360-4BD9-8D5E-3F84B4151CE7}" type="sibTrans" cxnId="{10A74A51-B8E0-4D35-94FB-28814B4C3536}">
      <dgm:prSet/>
      <dgm:spPr/>
      <dgm:t>
        <a:bodyPr/>
        <a:lstStyle/>
        <a:p>
          <a:pPr algn="ctr"/>
          <a:endParaRPr lang="en-US" sz="1800"/>
        </a:p>
      </dgm:t>
    </dgm:pt>
    <dgm:pt modelId="{EFBF8626-F2C4-4AB3-857F-FB2C5662722D}">
      <dgm:prSet custT="1"/>
      <dgm:spPr/>
      <dgm:t>
        <a:bodyPr/>
        <a:lstStyle/>
        <a:p>
          <a:pPr algn="ctr"/>
          <a:r>
            <a:rPr lang="en-US" sz="1800" dirty="0"/>
            <a:t>Le auto di </a:t>
          </a:r>
          <a:r>
            <a:rPr lang="en-US" sz="1800" dirty="0" err="1"/>
            <a:t>origine</a:t>
          </a:r>
          <a:r>
            <a:rPr lang="en-US" sz="1800" dirty="0"/>
            <a:t> E </a:t>
          </a:r>
          <a:r>
            <a:rPr lang="en-US" sz="1800" dirty="0" err="1"/>
            <a:t>hanno</a:t>
          </a:r>
          <a:r>
            <a:rPr lang="en-US" sz="1800" dirty="0"/>
            <a:t> </a:t>
          </a:r>
          <a:r>
            <a:rPr lang="en-US" sz="1800" dirty="0" err="1"/>
            <a:t>tutte</a:t>
          </a:r>
          <a:r>
            <a:rPr lang="en-US" sz="1800" dirty="0"/>
            <a:t> </a:t>
          </a:r>
          <a:r>
            <a:rPr lang="en-US" sz="1800" dirty="0" err="1"/>
            <a:t>valore</a:t>
          </a:r>
          <a:r>
            <a:rPr lang="en-US" sz="1800" dirty="0"/>
            <a:t> </a:t>
          </a:r>
          <a:r>
            <a:rPr lang="en-US" sz="1800" dirty="0" err="1"/>
            <a:t>superiore</a:t>
          </a:r>
          <a:r>
            <a:rPr lang="en-US" sz="1800" dirty="0"/>
            <a:t> o </a:t>
          </a:r>
          <a:r>
            <a:rPr lang="en-US" sz="1800" dirty="0" err="1"/>
            <a:t>uguale</a:t>
          </a:r>
          <a:r>
            <a:rPr lang="en-US" sz="1800" dirty="0"/>
            <a:t> a 3;</a:t>
          </a:r>
          <a:br>
            <a:rPr lang="en-US" sz="1800" dirty="0"/>
          </a:br>
          <a:r>
            <a:rPr lang="en-US" sz="1800" dirty="0" err="1"/>
            <a:t>più</a:t>
          </a:r>
          <a:r>
            <a:rPr lang="en-US" sz="1800" dirty="0"/>
            <a:t> del 9% ha </a:t>
          </a:r>
          <a:r>
            <a:rPr lang="en-US" sz="1800" dirty="0" err="1"/>
            <a:t>valore</a:t>
          </a:r>
          <a:r>
            <a:rPr lang="en-US" sz="1800" dirty="0"/>
            <a:t> </a:t>
          </a:r>
          <a:r>
            <a:rPr lang="en-US" sz="1800" dirty="0" err="1"/>
            <a:t>mancante</a:t>
          </a:r>
          <a:r>
            <a:rPr lang="en-US" sz="1800" dirty="0"/>
            <a:t>;</a:t>
          </a:r>
          <a:br>
            <a:rPr lang="en-US" sz="1800" dirty="0"/>
          </a:br>
          <a:r>
            <a:rPr lang="en-US" sz="1800" dirty="0" err="1"/>
            <a:t>si</a:t>
          </a:r>
          <a:r>
            <a:rPr lang="en-US" sz="1800" dirty="0"/>
            <a:t> ha una </a:t>
          </a:r>
          <a:r>
            <a:rPr lang="en-US" sz="1800" dirty="0" err="1"/>
            <a:t>prevalenza</a:t>
          </a:r>
          <a:r>
            <a:rPr lang="en-US" sz="1800" dirty="0"/>
            <a:t> di </a:t>
          </a:r>
          <a:r>
            <a:rPr lang="en-US" sz="1800" dirty="0" err="1"/>
            <a:t>livello</a:t>
          </a:r>
          <a:r>
            <a:rPr lang="en-US" sz="1800" dirty="0"/>
            <a:t> 4</a:t>
          </a:r>
        </a:p>
      </dgm:t>
    </dgm:pt>
    <dgm:pt modelId="{079C6E8F-2669-4F84-A30F-92C2D5FA4FAC}" type="parTrans" cxnId="{C361ACFE-0B69-4A36-AF39-48F0FCC2AEBF}">
      <dgm:prSet/>
      <dgm:spPr/>
      <dgm:t>
        <a:bodyPr/>
        <a:lstStyle/>
        <a:p>
          <a:pPr algn="ctr"/>
          <a:endParaRPr lang="en-US" sz="1800"/>
        </a:p>
      </dgm:t>
    </dgm:pt>
    <dgm:pt modelId="{1F5C856E-3AC1-4375-8583-AC841DC911F4}" type="sibTrans" cxnId="{C361ACFE-0B69-4A36-AF39-48F0FCC2AEBF}">
      <dgm:prSet/>
      <dgm:spPr/>
      <dgm:t>
        <a:bodyPr/>
        <a:lstStyle/>
        <a:p>
          <a:pPr algn="ctr"/>
          <a:endParaRPr lang="en-US" sz="1800"/>
        </a:p>
      </dgm:t>
    </dgm:pt>
    <dgm:pt modelId="{4FCDF6E2-854F-4CF1-A511-2E0D4866C6FF}">
      <dgm:prSet custT="1"/>
      <dgm:spPr/>
      <dgm:t>
        <a:bodyPr/>
        <a:lstStyle/>
        <a:p>
          <a:pPr algn="ctr"/>
          <a:r>
            <a:rPr lang="en-US" sz="1800" dirty="0" err="1"/>
            <a:t>Più</a:t>
          </a:r>
          <a:r>
            <a:rPr lang="en-US" sz="1800" dirty="0"/>
            <a:t> </a:t>
          </a:r>
          <a:r>
            <a:rPr lang="en-US" sz="1800" dirty="0" err="1"/>
            <a:t>della</a:t>
          </a:r>
          <a:r>
            <a:rPr lang="en-US" sz="1800" dirty="0"/>
            <a:t> </a:t>
          </a:r>
          <a:r>
            <a:rPr lang="en-US" sz="1800" dirty="0" err="1"/>
            <a:t>metà</a:t>
          </a:r>
          <a:r>
            <a:rPr lang="en-US" sz="1800" dirty="0"/>
            <a:t> </a:t>
          </a:r>
          <a:r>
            <a:rPr lang="en-US" sz="1800" dirty="0" err="1"/>
            <a:t>della</a:t>
          </a:r>
          <a:r>
            <a:rPr lang="en-US" sz="1800" dirty="0"/>
            <a:t> auto di </a:t>
          </a:r>
          <a:r>
            <a:rPr lang="en-US" sz="1800" dirty="0" err="1"/>
            <a:t>livello</a:t>
          </a:r>
          <a:r>
            <a:rPr lang="en-US" sz="1800" dirty="0"/>
            <a:t> 5 </a:t>
          </a:r>
          <a:r>
            <a:rPr lang="en-US" sz="1800" dirty="0" err="1"/>
            <a:t>sono</a:t>
          </a:r>
          <a:r>
            <a:rPr lang="en-US" sz="1800" dirty="0"/>
            <a:t> di </a:t>
          </a:r>
          <a:r>
            <a:rPr lang="en-US" sz="1800" dirty="0" err="1"/>
            <a:t>origine</a:t>
          </a:r>
          <a:r>
            <a:rPr lang="en-US" sz="1800" dirty="0"/>
            <a:t> J;</a:t>
          </a:r>
          <a:br>
            <a:rPr lang="en-US" sz="1800" dirty="0"/>
          </a:br>
          <a:r>
            <a:rPr lang="en-US" sz="1800" dirty="0" err="1"/>
            <a:t>più</a:t>
          </a:r>
          <a:r>
            <a:rPr lang="en-US" sz="1800" dirty="0"/>
            <a:t> </a:t>
          </a:r>
          <a:r>
            <a:rPr lang="en-US" sz="1800" dirty="0" err="1"/>
            <a:t>della</a:t>
          </a:r>
          <a:r>
            <a:rPr lang="en-US" sz="1800" dirty="0"/>
            <a:t> </a:t>
          </a:r>
          <a:r>
            <a:rPr lang="en-US" sz="1800" dirty="0" err="1"/>
            <a:t>metà</a:t>
          </a:r>
          <a:r>
            <a:rPr lang="en-US" sz="1800" dirty="0"/>
            <a:t> </a:t>
          </a:r>
          <a:r>
            <a:rPr lang="en-US" sz="1800" dirty="0" err="1"/>
            <a:t>delle</a:t>
          </a:r>
          <a:r>
            <a:rPr lang="en-US" sz="1800" dirty="0"/>
            <a:t> auto di </a:t>
          </a:r>
          <a:r>
            <a:rPr lang="en-US" sz="1800" dirty="0" err="1"/>
            <a:t>origine</a:t>
          </a:r>
          <a:r>
            <a:rPr lang="en-US" sz="1800" dirty="0"/>
            <a:t> J </a:t>
          </a:r>
          <a:r>
            <a:rPr lang="en-US" sz="1800" dirty="0" err="1"/>
            <a:t>sono</a:t>
          </a:r>
          <a:r>
            <a:rPr lang="en-US" sz="1800" dirty="0"/>
            <a:t> di </a:t>
          </a:r>
          <a:r>
            <a:rPr lang="en-US" sz="1800" dirty="0" err="1"/>
            <a:t>livello</a:t>
          </a:r>
          <a:r>
            <a:rPr lang="en-US" sz="1800" dirty="0"/>
            <a:t> 5</a:t>
          </a:r>
        </a:p>
      </dgm:t>
    </dgm:pt>
    <dgm:pt modelId="{9A687542-8E84-4743-A5F0-47E808543DF5}" type="parTrans" cxnId="{DD00FDCC-D2A5-4F77-922F-0C7906A99F85}">
      <dgm:prSet/>
      <dgm:spPr/>
      <dgm:t>
        <a:bodyPr/>
        <a:lstStyle/>
        <a:p>
          <a:pPr algn="ctr"/>
          <a:endParaRPr lang="en-US" sz="1800"/>
        </a:p>
      </dgm:t>
    </dgm:pt>
    <dgm:pt modelId="{68E59BF8-7D49-4FB2-862C-D1F0E2C8BD16}" type="sibTrans" cxnId="{DD00FDCC-D2A5-4F77-922F-0C7906A99F85}">
      <dgm:prSet/>
      <dgm:spPr/>
      <dgm:t>
        <a:bodyPr/>
        <a:lstStyle/>
        <a:p>
          <a:pPr algn="ctr"/>
          <a:endParaRPr lang="en-US" sz="1800"/>
        </a:p>
      </dgm:t>
    </dgm:pt>
    <dgm:pt modelId="{6FE55B2F-250C-420E-80E1-20AA62D6288C}" type="pres">
      <dgm:prSet presAssocID="{1DFABFEE-F915-4B0C-95B6-A164B3438605}" presName="vert0" presStyleCnt="0">
        <dgm:presLayoutVars>
          <dgm:dir/>
          <dgm:animOne val="branch"/>
          <dgm:animLvl val="lvl"/>
        </dgm:presLayoutVars>
      </dgm:prSet>
      <dgm:spPr/>
    </dgm:pt>
    <dgm:pt modelId="{911CE5A4-BAE6-4EFE-A361-71FB9F7DCD65}" type="pres">
      <dgm:prSet presAssocID="{1A3FE4A8-CD2D-439C-99FA-5BA665823C1A}" presName="thickLine" presStyleLbl="alignNode1" presStyleIdx="0" presStyleCnt="3"/>
      <dgm:spPr/>
    </dgm:pt>
    <dgm:pt modelId="{67A644A1-4941-46F0-B55D-BE19987A87CB}" type="pres">
      <dgm:prSet presAssocID="{1A3FE4A8-CD2D-439C-99FA-5BA665823C1A}" presName="horz1" presStyleCnt="0"/>
      <dgm:spPr/>
    </dgm:pt>
    <dgm:pt modelId="{7EF4441D-1CEA-402E-955A-8C4E05C354FD}" type="pres">
      <dgm:prSet presAssocID="{1A3FE4A8-CD2D-439C-99FA-5BA665823C1A}" presName="tx1" presStyleLbl="revTx" presStyleIdx="0" presStyleCnt="3" custScaleY="118465"/>
      <dgm:spPr/>
    </dgm:pt>
    <dgm:pt modelId="{B7466501-2DDA-40CC-856D-70000E72F66D}" type="pres">
      <dgm:prSet presAssocID="{1A3FE4A8-CD2D-439C-99FA-5BA665823C1A}" presName="vert1" presStyleCnt="0"/>
      <dgm:spPr/>
    </dgm:pt>
    <dgm:pt modelId="{D5F0D137-A545-49A5-B5AB-A70AAC9701BF}" type="pres">
      <dgm:prSet presAssocID="{EFBF8626-F2C4-4AB3-857F-FB2C5662722D}" presName="thickLine" presStyleLbl="alignNode1" presStyleIdx="1" presStyleCnt="3"/>
      <dgm:spPr/>
    </dgm:pt>
    <dgm:pt modelId="{78A02049-884C-4C59-9570-1AABE8A97801}" type="pres">
      <dgm:prSet presAssocID="{EFBF8626-F2C4-4AB3-857F-FB2C5662722D}" presName="horz1" presStyleCnt="0"/>
      <dgm:spPr/>
    </dgm:pt>
    <dgm:pt modelId="{CAB96E7D-3E3C-4C56-BFD0-000164840A6F}" type="pres">
      <dgm:prSet presAssocID="{EFBF8626-F2C4-4AB3-857F-FB2C5662722D}" presName="tx1" presStyleLbl="revTx" presStyleIdx="1" presStyleCnt="3" custScaleY="146507"/>
      <dgm:spPr/>
    </dgm:pt>
    <dgm:pt modelId="{A5272991-5073-495E-BC26-764D0DD69AF4}" type="pres">
      <dgm:prSet presAssocID="{EFBF8626-F2C4-4AB3-857F-FB2C5662722D}" presName="vert1" presStyleCnt="0"/>
      <dgm:spPr/>
    </dgm:pt>
    <dgm:pt modelId="{A8B8BDBC-2D20-40E0-83DE-E6E984D327E7}" type="pres">
      <dgm:prSet presAssocID="{4FCDF6E2-854F-4CF1-A511-2E0D4866C6FF}" presName="thickLine" presStyleLbl="alignNode1" presStyleIdx="2" presStyleCnt="3"/>
      <dgm:spPr/>
    </dgm:pt>
    <dgm:pt modelId="{0333F400-A970-4974-B95C-507615FDE1D4}" type="pres">
      <dgm:prSet presAssocID="{4FCDF6E2-854F-4CF1-A511-2E0D4866C6FF}" presName="horz1" presStyleCnt="0"/>
      <dgm:spPr/>
    </dgm:pt>
    <dgm:pt modelId="{D63F9B59-747B-447B-B62D-1A3353F9070E}" type="pres">
      <dgm:prSet presAssocID="{4FCDF6E2-854F-4CF1-A511-2E0D4866C6FF}" presName="tx1" presStyleLbl="revTx" presStyleIdx="2" presStyleCnt="3"/>
      <dgm:spPr/>
    </dgm:pt>
    <dgm:pt modelId="{5789DFF7-1CD2-4495-B69B-3FCBB9DC2826}" type="pres">
      <dgm:prSet presAssocID="{4FCDF6E2-854F-4CF1-A511-2E0D4866C6FF}" presName="vert1" presStyleCnt="0"/>
      <dgm:spPr/>
    </dgm:pt>
  </dgm:ptLst>
  <dgm:cxnLst>
    <dgm:cxn modelId="{00BD2003-5F7E-44C8-B176-3ABAAB96A6F8}" type="presOf" srcId="{4FCDF6E2-854F-4CF1-A511-2E0D4866C6FF}" destId="{D63F9B59-747B-447B-B62D-1A3353F9070E}" srcOrd="0" destOrd="0" presId="urn:microsoft.com/office/officeart/2008/layout/LinedList"/>
    <dgm:cxn modelId="{4CFFA02E-6EE0-4DA1-85FF-675D79A66812}" type="presOf" srcId="{1A3FE4A8-CD2D-439C-99FA-5BA665823C1A}" destId="{7EF4441D-1CEA-402E-955A-8C4E05C354FD}" srcOrd="0" destOrd="0" presId="urn:microsoft.com/office/officeart/2008/layout/LinedList"/>
    <dgm:cxn modelId="{10A74A51-B8E0-4D35-94FB-28814B4C3536}" srcId="{1DFABFEE-F915-4B0C-95B6-A164B3438605}" destId="{1A3FE4A8-CD2D-439C-99FA-5BA665823C1A}" srcOrd="0" destOrd="0" parTransId="{ED19C470-77E2-4841-BC8D-8CDD660DB3A6}" sibTransId="{28847F40-1360-4BD9-8D5E-3F84B4151CE7}"/>
    <dgm:cxn modelId="{58F8CE8E-1D69-4047-B04E-3E2D3B2D8B5C}" type="presOf" srcId="{EFBF8626-F2C4-4AB3-857F-FB2C5662722D}" destId="{CAB96E7D-3E3C-4C56-BFD0-000164840A6F}" srcOrd="0" destOrd="0" presId="urn:microsoft.com/office/officeart/2008/layout/LinedList"/>
    <dgm:cxn modelId="{74BBF1C1-6D93-43D2-9088-F92AB292AAAF}" type="presOf" srcId="{1DFABFEE-F915-4B0C-95B6-A164B3438605}" destId="{6FE55B2F-250C-420E-80E1-20AA62D6288C}" srcOrd="0" destOrd="0" presId="urn:microsoft.com/office/officeart/2008/layout/LinedList"/>
    <dgm:cxn modelId="{DD00FDCC-D2A5-4F77-922F-0C7906A99F85}" srcId="{1DFABFEE-F915-4B0C-95B6-A164B3438605}" destId="{4FCDF6E2-854F-4CF1-A511-2E0D4866C6FF}" srcOrd="2" destOrd="0" parTransId="{9A687542-8E84-4743-A5F0-47E808543DF5}" sibTransId="{68E59BF8-7D49-4FB2-862C-D1F0E2C8BD16}"/>
    <dgm:cxn modelId="{C361ACFE-0B69-4A36-AF39-48F0FCC2AEBF}" srcId="{1DFABFEE-F915-4B0C-95B6-A164B3438605}" destId="{EFBF8626-F2C4-4AB3-857F-FB2C5662722D}" srcOrd="1" destOrd="0" parTransId="{079C6E8F-2669-4F84-A30F-92C2D5FA4FAC}" sibTransId="{1F5C856E-3AC1-4375-8583-AC841DC911F4}"/>
    <dgm:cxn modelId="{8BFF0C2F-8E43-42D2-B566-D9D07DC70A49}" type="presParOf" srcId="{6FE55B2F-250C-420E-80E1-20AA62D6288C}" destId="{911CE5A4-BAE6-4EFE-A361-71FB9F7DCD65}" srcOrd="0" destOrd="0" presId="urn:microsoft.com/office/officeart/2008/layout/LinedList"/>
    <dgm:cxn modelId="{C4DE4D30-0937-45CA-AE85-71EBB03CEB5A}" type="presParOf" srcId="{6FE55B2F-250C-420E-80E1-20AA62D6288C}" destId="{67A644A1-4941-46F0-B55D-BE19987A87CB}" srcOrd="1" destOrd="0" presId="urn:microsoft.com/office/officeart/2008/layout/LinedList"/>
    <dgm:cxn modelId="{78C878B7-9229-4512-80A4-469833A9EA8E}" type="presParOf" srcId="{67A644A1-4941-46F0-B55D-BE19987A87CB}" destId="{7EF4441D-1CEA-402E-955A-8C4E05C354FD}" srcOrd="0" destOrd="0" presId="urn:microsoft.com/office/officeart/2008/layout/LinedList"/>
    <dgm:cxn modelId="{449AE586-E514-4C62-8A38-302FE9ADDA9F}" type="presParOf" srcId="{67A644A1-4941-46F0-B55D-BE19987A87CB}" destId="{B7466501-2DDA-40CC-856D-70000E72F66D}" srcOrd="1" destOrd="0" presId="urn:microsoft.com/office/officeart/2008/layout/LinedList"/>
    <dgm:cxn modelId="{9D9884C2-F0AB-44B7-9252-F6D67C7726FE}" type="presParOf" srcId="{6FE55B2F-250C-420E-80E1-20AA62D6288C}" destId="{D5F0D137-A545-49A5-B5AB-A70AAC9701BF}" srcOrd="2" destOrd="0" presId="urn:microsoft.com/office/officeart/2008/layout/LinedList"/>
    <dgm:cxn modelId="{1B27A351-6CA3-4F32-B375-4AD621653276}" type="presParOf" srcId="{6FE55B2F-250C-420E-80E1-20AA62D6288C}" destId="{78A02049-884C-4C59-9570-1AABE8A97801}" srcOrd="3" destOrd="0" presId="urn:microsoft.com/office/officeart/2008/layout/LinedList"/>
    <dgm:cxn modelId="{6EE1FCF3-DED0-41AB-B352-90BDE0E0261F}" type="presParOf" srcId="{78A02049-884C-4C59-9570-1AABE8A97801}" destId="{CAB96E7D-3E3C-4C56-BFD0-000164840A6F}" srcOrd="0" destOrd="0" presId="urn:microsoft.com/office/officeart/2008/layout/LinedList"/>
    <dgm:cxn modelId="{AB2D0326-25D6-4AA0-ABF3-38DC6DF03F83}" type="presParOf" srcId="{78A02049-884C-4C59-9570-1AABE8A97801}" destId="{A5272991-5073-495E-BC26-764D0DD69AF4}" srcOrd="1" destOrd="0" presId="urn:microsoft.com/office/officeart/2008/layout/LinedList"/>
    <dgm:cxn modelId="{7E6AD46B-A19B-4CB1-A824-3A16F8470774}" type="presParOf" srcId="{6FE55B2F-250C-420E-80E1-20AA62D6288C}" destId="{A8B8BDBC-2D20-40E0-83DE-E6E984D327E7}" srcOrd="4" destOrd="0" presId="urn:microsoft.com/office/officeart/2008/layout/LinedList"/>
    <dgm:cxn modelId="{A5C6B626-20E4-408C-8FB7-36AE8699466E}" type="presParOf" srcId="{6FE55B2F-250C-420E-80E1-20AA62D6288C}" destId="{0333F400-A970-4974-B95C-507615FDE1D4}" srcOrd="5" destOrd="0" presId="urn:microsoft.com/office/officeart/2008/layout/LinedList"/>
    <dgm:cxn modelId="{1BBB6E1B-53E2-424C-9C73-1E72E03E4BA7}" type="presParOf" srcId="{0333F400-A970-4974-B95C-507615FDE1D4}" destId="{D63F9B59-747B-447B-B62D-1A3353F9070E}" srcOrd="0" destOrd="0" presId="urn:microsoft.com/office/officeart/2008/layout/LinedList"/>
    <dgm:cxn modelId="{059D5E3E-2E8A-4453-A38B-E225CED13CD2}" type="presParOf" srcId="{0333F400-A970-4974-B95C-507615FDE1D4}" destId="{5789DFF7-1CD2-4495-B69B-3FCBB9DC282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92964AD-AA9D-4846-AE08-A3F87CF3113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9B3FA4-35BE-4ED2-A5E1-0A11AB2A461D}">
      <dgm:prSet custT="1"/>
      <dgm:spPr/>
      <dgm:t>
        <a:bodyPr/>
        <a:lstStyle/>
        <a:p>
          <a:pPr algn="ctr"/>
          <a:r>
            <a:rPr lang="it-IT" sz="1800" dirty="0"/>
            <a:t>I prezzi più bassi si hanno per le auto di livello 1 e 5 (maggioranza di origine J)</a:t>
          </a:r>
          <a:endParaRPr lang="en-US" sz="1800" dirty="0"/>
        </a:p>
      </dgm:t>
    </dgm:pt>
    <dgm:pt modelId="{AD9DAFF7-6FB3-4DCA-AF72-1E47F7DF8506}" type="parTrans" cxnId="{A8E633C1-734D-4838-801A-204A99DBE4CE}">
      <dgm:prSet/>
      <dgm:spPr/>
      <dgm:t>
        <a:bodyPr/>
        <a:lstStyle/>
        <a:p>
          <a:pPr algn="ctr"/>
          <a:endParaRPr lang="en-US" sz="2800"/>
        </a:p>
      </dgm:t>
    </dgm:pt>
    <dgm:pt modelId="{07E644AF-FE8B-45DC-9D7C-47D7D8565093}" type="sibTrans" cxnId="{A8E633C1-734D-4838-801A-204A99DBE4CE}">
      <dgm:prSet/>
      <dgm:spPr/>
      <dgm:t>
        <a:bodyPr/>
        <a:lstStyle/>
        <a:p>
          <a:pPr algn="ctr"/>
          <a:endParaRPr lang="en-US" sz="2800"/>
        </a:p>
      </dgm:t>
    </dgm:pt>
    <dgm:pt modelId="{8CC8DDBE-0AE2-4B69-BB64-7C3646ED8C0D}">
      <dgm:prSet custT="1"/>
      <dgm:spPr/>
      <dgm:t>
        <a:bodyPr/>
        <a:lstStyle/>
        <a:p>
          <a:pPr algn="ctr"/>
          <a:r>
            <a:rPr lang="en-US" sz="1800" dirty="0" err="1"/>
            <a:t>Dispersione</a:t>
          </a:r>
          <a:r>
            <a:rPr lang="en-US" sz="1800" dirty="0"/>
            <a:t> </a:t>
          </a:r>
          <a:r>
            <a:rPr lang="en-US" sz="1800" dirty="0" err="1"/>
            <a:t>elevata</a:t>
          </a:r>
          <a:r>
            <a:rPr lang="en-US" sz="1800" dirty="0"/>
            <a:t> per 4</a:t>
          </a:r>
        </a:p>
      </dgm:t>
    </dgm:pt>
    <dgm:pt modelId="{729389BD-40FE-490C-B286-FD5111488F0D}" type="parTrans" cxnId="{CA8EEB59-DA02-4231-B224-4D4BC1E72F0E}">
      <dgm:prSet/>
      <dgm:spPr/>
      <dgm:t>
        <a:bodyPr/>
        <a:lstStyle/>
        <a:p>
          <a:pPr algn="ctr"/>
          <a:endParaRPr lang="en-US" sz="2800"/>
        </a:p>
      </dgm:t>
    </dgm:pt>
    <dgm:pt modelId="{8E9B567E-5C38-41F4-8F88-FA3624C15099}" type="sibTrans" cxnId="{CA8EEB59-DA02-4231-B224-4D4BC1E72F0E}">
      <dgm:prSet/>
      <dgm:spPr/>
      <dgm:t>
        <a:bodyPr/>
        <a:lstStyle/>
        <a:p>
          <a:pPr algn="ctr"/>
          <a:endParaRPr lang="en-US" sz="2800"/>
        </a:p>
      </dgm:t>
    </dgm:pt>
    <dgm:pt modelId="{A2A09BC2-A3AE-49C7-AF9C-2563FAE5C720}">
      <dgm:prSet custT="1"/>
      <dgm:spPr/>
      <dgm:t>
        <a:bodyPr/>
        <a:lstStyle/>
        <a:p>
          <a:pPr algn="ctr"/>
          <a:r>
            <a:rPr lang="it-IT" sz="1800" dirty="0"/>
            <a:t>Dispersione elevata dei dati nel livello 3, con numerosi </a:t>
          </a:r>
          <a:r>
            <a:rPr lang="it-IT" sz="1800" dirty="0" err="1"/>
            <a:t>outliers</a:t>
          </a:r>
          <a:r>
            <a:rPr lang="it-IT" sz="1800" dirty="0"/>
            <a:t> verso l’alto</a:t>
          </a:r>
        </a:p>
      </dgm:t>
    </dgm:pt>
    <dgm:pt modelId="{EA90D512-6264-4FB4-B6D6-FB4A605CC971}" type="parTrans" cxnId="{65969594-5982-4959-AD53-4455D9495197}">
      <dgm:prSet/>
      <dgm:spPr/>
      <dgm:t>
        <a:bodyPr/>
        <a:lstStyle/>
        <a:p>
          <a:pPr algn="ctr"/>
          <a:endParaRPr lang="en-US" sz="2800"/>
        </a:p>
      </dgm:t>
    </dgm:pt>
    <dgm:pt modelId="{2B8B43A7-BCE7-483F-BEE7-AEAABCAB12C2}" type="sibTrans" cxnId="{65969594-5982-4959-AD53-4455D9495197}">
      <dgm:prSet/>
      <dgm:spPr/>
      <dgm:t>
        <a:bodyPr/>
        <a:lstStyle/>
        <a:p>
          <a:pPr algn="ctr"/>
          <a:endParaRPr lang="en-US" sz="2800"/>
        </a:p>
      </dgm:t>
    </dgm:pt>
    <dgm:pt modelId="{B2E3EF21-EF76-494B-992D-AC297FC99C4C}">
      <dgm:prSet custT="1"/>
      <dgm:spPr/>
      <dgm:t>
        <a:bodyPr/>
        <a:lstStyle/>
        <a:p>
          <a:pPr algn="ctr"/>
          <a:r>
            <a:rPr lang="it-IT" sz="1800" dirty="0"/>
            <a:t>I </a:t>
          </a:r>
          <a:r>
            <a:rPr lang="it-IT" sz="1800" dirty="0" err="1"/>
            <a:t>boxplot</a:t>
          </a:r>
          <a:r>
            <a:rPr lang="it-IT" sz="1800" dirty="0"/>
            <a:t> di rep77 e rep78 sono piuttosto simili</a:t>
          </a:r>
          <a:endParaRPr lang="en-US" sz="1800" dirty="0"/>
        </a:p>
      </dgm:t>
    </dgm:pt>
    <dgm:pt modelId="{25ACF544-342A-48F0-93C9-F1CCC47BF8A7}" type="sibTrans" cxnId="{BB8C0B4A-AFB7-4F7D-968F-AC85EF36AFD5}">
      <dgm:prSet/>
      <dgm:spPr/>
      <dgm:t>
        <a:bodyPr/>
        <a:lstStyle/>
        <a:p>
          <a:pPr algn="ctr"/>
          <a:endParaRPr lang="en-US" sz="2800"/>
        </a:p>
      </dgm:t>
    </dgm:pt>
    <dgm:pt modelId="{6C17D5D2-6380-42F2-9374-7866B0C0DF30}" type="parTrans" cxnId="{BB8C0B4A-AFB7-4F7D-968F-AC85EF36AFD5}">
      <dgm:prSet/>
      <dgm:spPr/>
      <dgm:t>
        <a:bodyPr/>
        <a:lstStyle/>
        <a:p>
          <a:pPr algn="ctr"/>
          <a:endParaRPr lang="en-US" sz="2800"/>
        </a:p>
      </dgm:t>
    </dgm:pt>
    <dgm:pt modelId="{2F382D43-6166-4E78-973E-AB0E26BA9228}" type="pres">
      <dgm:prSet presAssocID="{B92964AD-AA9D-4846-AE08-A3F87CF3113D}" presName="vert0" presStyleCnt="0">
        <dgm:presLayoutVars>
          <dgm:dir/>
          <dgm:animOne val="branch"/>
          <dgm:animLvl val="lvl"/>
        </dgm:presLayoutVars>
      </dgm:prSet>
      <dgm:spPr/>
    </dgm:pt>
    <dgm:pt modelId="{67015240-2DD7-4559-B1EC-A0851B9A758D}" type="pres">
      <dgm:prSet presAssocID="{B2E3EF21-EF76-494B-992D-AC297FC99C4C}" presName="thickLine" presStyleLbl="alignNode1" presStyleIdx="0" presStyleCnt="4"/>
      <dgm:spPr/>
    </dgm:pt>
    <dgm:pt modelId="{9CB187A4-0794-49AA-BC56-89EE2CC5437E}" type="pres">
      <dgm:prSet presAssocID="{B2E3EF21-EF76-494B-992D-AC297FC99C4C}" presName="horz1" presStyleCnt="0"/>
      <dgm:spPr/>
    </dgm:pt>
    <dgm:pt modelId="{5127BF68-52EC-48C4-9A18-FB0709A0B305}" type="pres">
      <dgm:prSet presAssocID="{B2E3EF21-EF76-494B-992D-AC297FC99C4C}" presName="tx1" presStyleLbl="revTx" presStyleIdx="0" presStyleCnt="4"/>
      <dgm:spPr/>
    </dgm:pt>
    <dgm:pt modelId="{210FC321-08AF-46B1-80B3-0D5212A757AC}" type="pres">
      <dgm:prSet presAssocID="{B2E3EF21-EF76-494B-992D-AC297FC99C4C}" presName="vert1" presStyleCnt="0"/>
      <dgm:spPr/>
    </dgm:pt>
    <dgm:pt modelId="{5191BD88-488C-4220-9523-FEB25E4C1921}" type="pres">
      <dgm:prSet presAssocID="{EF9B3FA4-35BE-4ED2-A5E1-0A11AB2A461D}" presName="thickLine" presStyleLbl="alignNode1" presStyleIdx="1" presStyleCnt="4"/>
      <dgm:spPr/>
    </dgm:pt>
    <dgm:pt modelId="{BD89E67B-915B-453A-97B0-42159FE0C71E}" type="pres">
      <dgm:prSet presAssocID="{EF9B3FA4-35BE-4ED2-A5E1-0A11AB2A461D}" presName="horz1" presStyleCnt="0"/>
      <dgm:spPr/>
    </dgm:pt>
    <dgm:pt modelId="{5A76C54C-AA2B-4102-A0E5-0CF0FCCBAFA5}" type="pres">
      <dgm:prSet presAssocID="{EF9B3FA4-35BE-4ED2-A5E1-0A11AB2A461D}" presName="tx1" presStyleLbl="revTx" presStyleIdx="1" presStyleCnt="4"/>
      <dgm:spPr/>
    </dgm:pt>
    <dgm:pt modelId="{4E68D0C7-22F0-4BD2-BA29-09A3B288469F}" type="pres">
      <dgm:prSet presAssocID="{EF9B3FA4-35BE-4ED2-A5E1-0A11AB2A461D}" presName="vert1" presStyleCnt="0"/>
      <dgm:spPr/>
    </dgm:pt>
    <dgm:pt modelId="{58083A33-C24C-435B-8956-388978E70B13}" type="pres">
      <dgm:prSet presAssocID="{8CC8DDBE-0AE2-4B69-BB64-7C3646ED8C0D}" presName="thickLine" presStyleLbl="alignNode1" presStyleIdx="2" presStyleCnt="4"/>
      <dgm:spPr/>
    </dgm:pt>
    <dgm:pt modelId="{FF85427D-0C55-4E2D-881E-EDE36A7D6B3F}" type="pres">
      <dgm:prSet presAssocID="{8CC8DDBE-0AE2-4B69-BB64-7C3646ED8C0D}" presName="horz1" presStyleCnt="0"/>
      <dgm:spPr/>
    </dgm:pt>
    <dgm:pt modelId="{B2D7B86C-6FEF-48F4-BADA-B1B7EFF11B82}" type="pres">
      <dgm:prSet presAssocID="{8CC8DDBE-0AE2-4B69-BB64-7C3646ED8C0D}" presName="tx1" presStyleLbl="revTx" presStyleIdx="2" presStyleCnt="4"/>
      <dgm:spPr/>
    </dgm:pt>
    <dgm:pt modelId="{B027D0F6-3D56-44DF-90F3-21E0B7FC97C8}" type="pres">
      <dgm:prSet presAssocID="{8CC8DDBE-0AE2-4B69-BB64-7C3646ED8C0D}" presName="vert1" presStyleCnt="0"/>
      <dgm:spPr/>
    </dgm:pt>
    <dgm:pt modelId="{E7CF50F6-258A-498A-93B1-3E3623D665FA}" type="pres">
      <dgm:prSet presAssocID="{A2A09BC2-A3AE-49C7-AF9C-2563FAE5C720}" presName="thickLine" presStyleLbl="alignNode1" presStyleIdx="3" presStyleCnt="4"/>
      <dgm:spPr/>
    </dgm:pt>
    <dgm:pt modelId="{6DEBAFCE-5DF0-4139-9122-A296DFB2586D}" type="pres">
      <dgm:prSet presAssocID="{A2A09BC2-A3AE-49C7-AF9C-2563FAE5C720}" presName="horz1" presStyleCnt="0"/>
      <dgm:spPr/>
    </dgm:pt>
    <dgm:pt modelId="{654685C7-CF0D-4922-8BAE-D45C14B27033}" type="pres">
      <dgm:prSet presAssocID="{A2A09BC2-A3AE-49C7-AF9C-2563FAE5C720}" presName="tx1" presStyleLbl="revTx" presStyleIdx="3" presStyleCnt="4"/>
      <dgm:spPr/>
    </dgm:pt>
    <dgm:pt modelId="{2FADE864-FFC2-4047-A226-978F485F8266}" type="pres">
      <dgm:prSet presAssocID="{A2A09BC2-A3AE-49C7-AF9C-2563FAE5C720}" presName="vert1" presStyleCnt="0"/>
      <dgm:spPr/>
    </dgm:pt>
  </dgm:ptLst>
  <dgm:cxnLst>
    <dgm:cxn modelId="{58F16342-AE33-4B05-9CD9-5C49D7E7E686}" type="presOf" srcId="{EF9B3FA4-35BE-4ED2-A5E1-0A11AB2A461D}" destId="{5A76C54C-AA2B-4102-A0E5-0CF0FCCBAFA5}" srcOrd="0" destOrd="0" presId="urn:microsoft.com/office/officeart/2008/layout/LinedList"/>
    <dgm:cxn modelId="{BB8C0B4A-AFB7-4F7D-968F-AC85EF36AFD5}" srcId="{B92964AD-AA9D-4846-AE08-A3F87CF3113D}" destId="{B2E3EF21-EF76-494B-992D-AC297FC99C4C}" srcOrd="0" destOrd="0" parTransId="{6C17D5D2-6380-42F2-9374-7866B0C0DF30}" sibTransId="{25ACF544-342A-48F0-93C9-F1CCC47BF8A7}"/>
    <dgm:cxn modelId="{CA8EEB59-DA02-4231-B224-4D4BC1E72F0E}" srcId="{B92964AD-AA9D-4846-AE08-A3F87CF3113D}" destId="{8CC8DDBE-0AE2-4B69-BB64-7C3646ED8C0D}" srcOrd="2" destOrd="0" parTransId="{729389BD-40FE-490C-B286-FD5111488F0D}" sibTransId="{8E9B567E-5C38-41F4-8F88-FA3624C15099}"/>
    <dgm:cxn modelId="{42D95A7B-045E-408D-8CCF-69B7D1468305}" type="presOf" srcId="{8CC8DDBE-0AE2-4B69-BB64-7C3646ED8C0D}" destId="{B2D7B86C-6FEF-48F4-BADA-B1B7EFF11B82}" srcOrd="0" destOrd="0" presId="urn:microsoft.com/office/officeart/2008/layout/LinedList"/>
    <dgm:cxn modelId="{65969594-5982-4959-AD53-4455D9495197}" srcId="{B92964AD-AA9D-4846-AE08-A3F87CF3113D}" destId="{A2A09BC2-A3AE-49C7-AF9C-2563FAE5C720}" srcOrd="3" destOrd="0" parTransId="{EA90D512-6264-4FB4-B6D6-FB4A605CC971}" sibTransId="{2B8B43A7-BCE7-483F-BEE7-AEAABCAB12C2}"/>
    <dgm:cxn modelId="{D6001B99-68CA-456C-ABAC-B7DBC0BD9413}" type="presOf" srcId="{B92964AD-AA9D-4846-AE08-A3F87CF3113D}" destId="{2F382D43-6166-4E78-973E-AB0E26BA9228}" srcOrd="0" destOrd="0" presId="urn:microsoft.com/office/officeart/2008/layout/LinedList"/>
    <dgm:cxn modelId="{A8E633C1-734D-4838-801A-204A99DBE4CE}" srcId="{B92964AD-AA9D-4846-AE08-A3F87CF3113D}" destId="{EF9B3FA4-35BE-4ED2-A5E1-0A11AB2A461D}" srcOrd="1" destOrd="0" parTransId="{AD9DAFF7-6FB3-4DCA-AF72-1E47F7DF8506}" sibTransId="{07E644AF-FE8B-45DC-9D7C-47D7D8565093}"/>
    <dgm:cxn modelId="{7316E7F8-0CF9-4D35-B6E0-762DE8BD2886}" type="presOf" srcId="{B2E3EF21-EF76-494B-992D-AC297FC99C4C}" destId="{5127BF68-52EC-48C4-9A18-FB0709A0B305}" srcOrd="0" destOrd="0" presId="urn:microsoft.com/office/officeart/2008/layout/LinedList"/>
    <dgm:cxn modelId="{BE03F5FA-D5B2-453E-86C2-ADDDD35F70C0}" type="presOf" srcId="{A2A09BC2-A3AE-49C7-AF9C-2563FAE5C720}" destId="{654685C7-CF0D-4922-8BAE-D45C14B27033}" srcOrd="0" destOrd="0" presId="urn:microsoft.com/office/officeart/2008/layout/LinedList"/>
    <dgm:cxn modelId="{DDCE53BF-A429-4ACD-86A4-CEE80266663F}" type="presParOf" srcId="{2F382D43-6166-4E78-973E-AB0E26BA9228}" destId="{67015240-2DD7-4559-B1EC-A0851B9A758D}" srcOrd="0" destOrd="0" presId="urn:microsoft.com/office/officeart/2008/layout/LinedList"/>
    <dgm:cxn modelId="{C1A2774E-2A79-42E9-ACFC-7C4FB9E0A3F1}" type="presParOf" srcId="{2F382D43-6166-4E78-973E-AB0E26BA9228}" destId="{9CB187A4-0794-49AA-BC56-89EE2CC5437E}" srcOrd="1" destOrd="0" presId="urn:microsoft.com/office/officeart/2008/layout/LinedList"/>
    <dgm:cxn modelId="{48FE714A-9817-4296-948C-F4C0B3F31BD8}" type="presParOf" srcId="{9CB187A4-0794-49AA-BC56-89EE2CC5437E}" destId="{5127BF68-52EC-48C4-9A18-FB0709A0B305}" srcOrd="0" destOrd="0" presId="urn:microsoft.com/office/officeart/2008/layout/LinedList"/>
    <dgm:cxn modelId="{24BE4F5D-48E2-4AE0-8AA3-600C37553818}" type="presParOf" srcId="{9CB187A4-0794-49AA-BC56-89EE2CC5437E}" destId="{210FC321-08AF-46B1-80B3-0D5212A757AC}" srcOrd="1" destOrd="0" presId="urn:microsoft.com/office/officeart/2008/layout/LinedList"/>
    <dgm:cxn modelId="{5BC65991-229D-483B-A1E1-E9F818B9456E}" type="presParOf" srcId="{2F382D43-6166-4E78-973E-AB0E26BA9228}" destId="{5191BD88-488C-4220-9523-FEB25E4C1921}" srcOrd="2" destOrd="0" presId="urn:microsoft.com/office/officeart/2008/layout/LinedList"/>
    <dgm:cxn modelId="{F85B406D-9239-441A-AE58-C7B4057B6CD3}" type="presParOf" srcId="{2F382D43-6166-4E78-973E-AB0E26BA9228}" destId="{BD89E67B-915B-453A-97B0-42159FE0C71E}" srcOrd="3" destOrd="0" presId="urn:microsoft.com/office/officeart/2008/layout/LinedList"/>
    <dgm:cxn modelId="{24293F5E-56F1-47F7-BA9F-694F69CC40A1}" type="presParOf" srcId="{BD89E67B-915B-453A-97B0-42159FE0C71E}" destId="{5A76C54C-AA2B-4102-A0E5-0CF0FCCBAFA5}" srcOrd="0" destOrd="0" presId="urn:microsoft.com/office/officeart/2008/layout/LinedList"/>
    <dgm:cxn modelId="{B6A5B949-336E-40CA-8770-BC972D0D2BF6}" type="presParOf" srcId="{BD89E67B-915B-453A-97B0-42159FE0C71E}" destId="{4E68D0C7-22F0-4BD2-BA29-09A3B288469F}" srcOrd="1" destOrd="0" presId="urn:microsoft.com/office/officeart/2008/layout/LinedList"/>
    <dgm:cxn modelId="{9D9037C9-7E5C-4C6D-BB2B-CF8A7B7F5B90}" type="presParOf" srcId="{2F382D43-6166-4E78-973E-AB0E26BA9228}" destId="{58083A33-C24C-435B-8956-388978E70B13}" srcOrd="4" destOrd="0" presId="urn:microsoft.com/office/officeart/2008/layout/LinedList"/>
    <dgm:cxn modelId="{6331996F-3B14-4419-875F-36E69C7083BA}" type="presParOf" srcId="{2F382D43-6166-4E78-973E-AB0E26BA9228}" destId="{FF85427D-0C55-4E2D-881E-EDE36A7D6B3F}" srcOrd="5" destOrd="0" presId="urn:microsoft.com/office/officeart/2008/layout/LinedList"/>
    <dgm:cxn modelId="{C6D9264C-4A94-4395-A7DA-F8292797E1FC}" type="presParOf" srcId="{FF85427D-0C55-4E2D-881E-EDE36A7D6B3F}" destId="{B2D7B86C-6FEF-48F4-BADA-B1B7EFF11B82}" srcOrd="0" destOrd="0" presId="urn:microsoft.com/office/officeart/2008/layout/LinedList"/>
    <dgm:cxn modelId="{22223CA3-A6CB-497F-9EB5-BEDBBA72F1F5}" type="presParOf" srcId="{FF85427D-0C55-4E2D-881E-EDE36A7D6B3F}" destId="{B027D0F6-3D56-44DF-90F3-21E0B7FC97C8}" srcOrd="1" destOrd="0" presId="urn:microsoft.com/office/officeart/2008/layout/LinedList"/>
    <dgm:cxn modelId="{69831EDB-0178-4BD9-B32E-A661FE8ADF67}" type="presParOf" srcId="{2F382D43-6166-4E78-973E-AB0E26BA9228}" destId="{E7CF50F6-258A-498A-93B1-3E3623D665FA}" srcOrd="6" destOrd="0" presId="urn:microsoft.com/office/officeart/2008/layout/LinedList"/>
    <dgm:cxn modelId="{D7B416AB-24DB-4340-891B-501B70C189FF}" type="presParOf" srcId="{2F382D43-6166-4E78-973E-AB0E26BA9228}" destId="{6DEBAFCE-5DF0-4139-9122-A296DFB2586D}" srcOrd="7" destOrd="0" presId="urn:microsoft.com/office/officeart/2008/layout/LinedList"/>
    <dgm:cxn modelId="{624FE26B-C698-4050-9A93-E2DBDB5F586A}" type="presParOf" srcId="{6DEBAFCE-5DF0-4139-9122-A296DFB2586D}" destId="{654685C7-CF0D-4922-8BAE-D45C14B27033}" srcOrd="0" destOrd="0" presId="urn:microsoft.com/office/officeart/2008/layout/LinedList"/>
    <dgm:cxn modelId="{0F9217F4-137F-459B-AC95-985FB5A1733F}" type="presParOf" srcId="{6DEBAFCE-5DF0-4139-9122-A296DFB2586D}" destId="{2FADE864-FFC2-4047-A226-978F485F826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12780AF-B917-4335-B595-AEDEE43067E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4A5DAE-4090-4238-AD5C-1DE1E383D68A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Per </a:t>
          </a:r>
          <a:r>
            <a:rPr lang="en-US" dirty="0" err="1"/>
            <a:t>i</a:t>
          </a:r>
          <a:r>
            <a:rPr lang="en-US" dirty="0"/>
            <a:t> </a:t>
          </a:r>
          <a:r>
            <a:rPr lang="en-US" dirty="0" err="1"/>
            <a:t>livelli</a:t>
          </a:r>
          <a:r>
            <a:rPr lang="en-US" dirty="0"/>
            <a:t> 1, 2, 3 </a:t>
          </a:r>
          <a:r>
            <a:rPr lang="en-US" dirty="0" err="1"/>
            <a:t>si</a:t>
          </a:r>
          <a:r>
            <a:rPr lang="en-US" dirty="0"/>
            <a:t> </a:t>
          </a:r>
          <a:r>
            <a:rPr lang="en-US" dirty="0" err="1"/>
            <a:t>hanno</a:t>
          </a:r>
          <a:r>
            <a:rPr lang="en-US" dirty="0"/>
            <a:t> </a:t>
          </a:r>
          <a:r>
            <a:rPr lang="en-US" dirty="0" err="1"/>
            <a:t>valori</a:t>
          </a:r>
          <a:r>
            <a:rPr lang="en-US" dirty="0"/>
            <a:t> </a:t>
          </a:r>
          <a:r>
            <a:rPr lang="en-US" dirty="0" err="1"/>
            <a:t>bassi</a:t>
          </a:r>
          <a:r>
            <a:rPr lang="en-US" dirty="0"/>
            <a:t>, con media e </a:t>
          </a:r>
          <a:r>
            <a:rPr lang="en-US" dirty="0" err="1"/>
            <a:t>mediana</a:t>
          </a:r>
          <a:r>
            <a:rPr lang="en-US" dirty="0"/>
            <a:t> </a:t>
          </a:r>
          <a:r>
            <a:rPr lang="en-US" dirty="0" err="1"/>
            <a:t>minori</a:t>
          </a:r>
          <a:r>
            <a:rPr lang="en-US" dirty="0"/>
            <a:t> </a:t>
          </a:r>
          <a:r>
            <a:rPr lang="en-US" dirty="0" err="1"/>
            <a:t>della</a:t>
          </a:r>
          <a:r>
            <a:rPr lang="en-US" dirty="0"/>
            <a:t> media </a:t>
          </a:r>
          <a:r>
            <a:rPr lang="en-US" dirty="0" err="1"/>
            <a:t>totale</a:t>
          </a:r>
          <a:endParaRPr lang="en-US" dirty="0"/>
        </a:p>
      </dgm:t>
    </dgm:pt>
    <dgm:pt modelId="{83925470-3609-4C08-A25F-663C44DD52C4}" type="parTrans" cxnId="{D63C106E-CD7E-4878-9093-22BBEB5ABE7C}">
      <dgm:prSet/>
      <dgm:spPr/>
      <dgm:t>
        <a:bodyPr/>
        <a:lstStyle/>
        <a:p>
          <a:endParaRPr lang="en-US"/>
        </a:p>
      </dgm:t>
    </dgm:pt>
    <dgm:pt modelId="{6B103251-D306-4522-941E-3D6F3DF43850}" type="sibTrans" cxnId="{D63C106E-CD7E-4878-9093-22BBEB5ABE7C}">
      <dgm:prSet/>
      <dgm:spPr/>
      <dgm:t>
        <a:bodyPr/>
        <a:lstStyle/>
        <a:p>
          <a:endParaRPr lang="en-US"/>
        </a:p>
      </dgm:t>
    </dgm:pt>
    <dgm:pt modelId="{17A3345E-2B47-4509-A54E-291E0E341E46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Alta </a:t>
          </a:r>
          <a:r>
            <a:rPr lang="en-US" dirty="0" err="1"/>
            <a:t>dispersione</a:t>
          </a:r>
          <a:r>
            <a:rPr lang="en-US" dirty="0"/>
            <a:t> </a:t>
          </a:r>
          <a:r>
            <a:rPr lang="en-US" dirty="0" err="1"/>
            <a:t>nel</a:t>
          </a:r>
          <a:r>
            <a:rPr lang="en-US" dirty="0"/>
            <a:t> </a:t>
          </a:r>
          <a:r>
            <a:rPr lang="en-US" dirty="0" err="1"/>
            <a:t>valore</a:t>
          </a:r>
          <a:r>
            <a:rPr lang="en-US" dirty="0"/>
            <a:t> 4, </a:t>
          </a:r>
          <a:r>
            <a:rPr lang="en-US" dirty="0" err="1"/>
            <a:t>anche</a:t>
          </a:r>
          <a:r>
            <a:rPr lang="en-US" dirty="0"/>
            <a:t> se la </a:t>
          </a:r>
          <a:r>
            <a:rPr lang="en-US" dirty="0" err="1"/>
            <a:t>mediana</a:t>
          </a:r>
          <a:r>
            <a:rPr lang="en-US" dirty="0"/>
            <a:t> è sotto la media </a:t>
          </a:r>
          <a:r>
            <a:rPr lang="en-US" dirty="0" err="1"/>
            <a:t>totale</a:t>
          </a:r>
          <a:r>
            <a:rPr lang="en-US" dirty="0"/>
            <a:t> e la media circa coincide con </a:t>
          </a:r>
          <a:r>
            <a:rPr lang="en-US" dirty="0" err="1"/>
            <a:t>quella</a:t>
          </a:r>
          <a:r>
            <a:rPr lang="en-US" dirty="0"/>
            <a:t> </a:t>
          </a:r>
          <a:r>
            <a:rPr lang="en-US" dirty="0" err="1"/>
            <a:t>totale</a:t>
          </a:r>
          <a:endParaRPr lang="en-US" dirty="0"/>
        </a:p>
      </dgm:t>
    </dgm:pt>
    <dgm:pt modelId="{1108E3E3-DACC-4461-B57D-AFB302C4A431}" type="parTrans" cxnId="{2064607E-0C19-4D13-BEA0-5F87B0CC5C8E}">
      <dgm:prSet/>
      <dgm:spPr/>
      <dgm:t>
        <a:bodyPr/>
        <a:lstStyle/>
        <a:p>
          <a:endParaRPr lang="en-US"/>
        </a:p>
      </dgm:t>
    </dgm:pt>
    <dgm:pt modelId="{7C1C026D-66CF-4046-ABDD-0D21EE7F6E2B}" type="sibTrans" cxnId="{2064607E-0C19-4D13-BEA0-5F87B0CC5C8E}">
      <dgm:prSet/>
      <dgm:spPr/>
      <dgm:t>
        <a:bodyPr/>
        <a:lstStyle/>
        <a:p>
          <a:endParaRPr lang="en-US"/>
        </a:p>
      </dgm:t>
    </dgm:pt>
    <dgm:pt modelId="{611ED8C4-2FCD-4806-8F82-7581CE6B428D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Il</a:t>
          </a:r>
          <a:r>
            <a:rPr lang="en-US" baseline="0" dirty="0"/>
            <a:t> </a:t>
          </a:r>
          <a:r>
            <a:rPr lang="en-US" baseline="0" dirty="0" err="1"/>
            <a:t>livello</a:t>
          </a:r>
          <a:r>
            <a:rPr lang="en-US" baseline="0" dirty="0"/>
            <a:t> 5 ha media e </a:t>
          </a:r>
          <a:r>
            <a:rPr lang="en-US" baseline="0" dirty="0" err="1"/>
            <a:t>mediana</a:t>
          </a:r>
          <a:r>
            <a:rPr lang="en-US" baseline="0" dirty="0"/>
            <a:t> </a:t>
          </a:r>
          <a:r>
            <a:rPr lang="en-US" baseline="0" dirty="0" err="1"/>
            <a:t>superiori</a:t>
          </a:r>
          <a:r>
            <a:rPr lang="en-US" baseline="0" dirty="0"/>
            <a:t> </a:t>
          </a:r>
          <a:r>
            <a:rPr lang="en-US" baseline="0" dirty="0" err="1"/>
            <a:t>alla</a:t>
          </a:r>
          <a:r>
            <a:rPr lang="en-US" baseline="0" dirty="0"/>
            <a:t> media </a:t>
          </a:r>
          <a:r>
            <a:rPr lang="en-US" baseline="0" dirty="0" err="1"/>
            <a:t>totale</a:t>
          </a:r>
          <a:r>
            <a:rPr lang="en-US" baseline="0" dirty="0"/>
            <a:t> </a:t>
          </a:r>
          <a:endParaRPr lang="en-US" dirty="0"/>
        </a:p>
      </dgm:t>
    </dgm:pt>
    <dgm:pt modelId="{BF303F02-61BD-45DA-8BBB-AFF99F263DA1}" type="parTrans" cxnId="{7962123F-5416-4551-943D-E9DB75EE2635}">
      <dgm:prSet/>
      <dgm:spPr/>
      <dgm:t>
        <a:bodyPr/>
        <a:lstStyle/>
        <a:p>
          <a:endParaRPr lang="en-US"/>
        </a:p>
      </dgm:t>
    </dgm:pt>
    <dgm:pt modelId="{ADB276CD-FEA3-4E04-83CB-BA2069E54B8E}" type="sibTrans" cxnId="{7962123F-5416-4551-943D-E9DB75EE2635}">
      <dgm:prSet/>
      <dgm:spPr/>
      <dgm:t>
        <a:bodyPr/>
        <a:lstStyle/>
        <a:p>
          <a:endParaRPr lang="en-US"/>
        </a:p>
      </dgm:t>
    </dgm:pt>
    <dgm:pt modelId="{6EA932BC-720A-4D87-B035-ED2BB4E19631}" type="pres">
      <dgm:prSet presAssocID="{012780AF-B917-4335-B595-AEDEE43067E4}" presName="diagram" presStyleCnt="0">
        <dgm:presLayoutVars>
          <dgm:dir/>
          <dgm:resizeHandles val="exact"/>
        </dgm:presLayoutVars>
      </dgm:prSet>
      <dgm:spPr/>
    </dgm:pt>
    <dgm:pt modelId="{E823FC81-C8FF-47D5-B6EC-78D2B205D617}" type="pres">
      <dgm:prSet presAssocID="{A04A5DAE-4090-4238-AD5C-1DE1E383D68A}" presName="node" presStyleLbl="node1" presStyleIdx="0" presStyleCnt="3">
        <dgm:presLayoutVars>
          <dgm:bulletEnabled val="1"/>
        </dgm:presLayoutVars>
      </dgm:prSet>
      <dgm:spPr/>
    </dgm:pt>
    <dgm:pt modelId="{DDCB4360-6B25-4203-B7B4-19968A9139AE}" type="pres">
      <dgm:prSet presAssocID="{6B103251-D306-4522-941E-3D6F3DF43850}" presName="sibTrans" presStyleCnt="0"/>
      <dgm:spPr/>
    </dgm:pt>
    <dgm:pt modelId="{5033ABD1-4952-499F-BCFB-1D09D1832EED}" type="pres">
      <dgm:prSet presAssocID="{17A3345E-2B47-4509-A54E-291E0E341E46}" presName="node" presStyleLbl="node1" presStyleIdx="1" presStyleCnt="3">
        <dgm:presLayoutVars>
          <dgm:bulletEnabled val="1"/>
        </dgm:presLayoutVars>
      </dgm:prSet>
      <dgm:spPr/>
    </dgm:pt>
    <dgm:pt modelId="{E25A3EB9-1380-480B-ACD0-E14CA8B88CC6}" type="pres">
      <dgm:prSet presAssocID="{7C1C026D-66CF-4046-ABDD-0D21EE7F6E2B}" presName="sibTrans" presStyleCnt="0"/>
      <dgm:spPr/>
    </dgm:pt>
    <dgm:pt modelId="{555E8FFA-436E-4215-8401-F6F2F1E67101}" type="pres">
      <dgm:prSet presAssocID="{611ED8C4-2FCD-4806-8F82-7581CE6B428D}" presName="node" presStyleLbl="node1" presStyleIdx="2" presStyleCnt="3">
        <dgm:presLayoutVars>
          <dgm:bulletEnabled val="1"/>
        </dgm:presLayoutVars>
      </dgm:prSet>
      <dgm:spPr/>
    </dgm:pt>
  </dgm:ptLst>
  <dgm:cxnLst>
    <dgm:cxn modelId="{8A1BB218-E4C7-46B0-A4AE-265006DDF5B4}" type="presOf" srcId="{17A3345E-2B47-4509-A54E-291E0E341E46}" destId="{5033ABD1-4952-499F-BCFB-1D09D1832EED}" srcOrd="0" destOrd="0" presId="urn:microsoft.com/office/officeart/2005/8/layout/default"/>
    <dgm:cxn modelId="{18AC4C39-599B-4286-A6B2-A46741FCC5DF}" type="presOf" srcId="{012780AF-B917-4335-B595-AEDEE43067E4}" destId="{6EA932BC-720A-4D87-B035-ED2BB4E19631}" srcOrd="0" destOrd="0" presId="urn:microsoft.com/office/officeart/2005/8/layout/default"/>
    <dgm:cxn modelId="{51F8163C-1CAD-4A95-9897-66D7513A7601}" type="presOf" srcId="{611ED8C4-2FCD-4806-8F82-7581CE6B428D}" destId="{555E8FFA-436E-4215-8401-F6F2F1E67101}" srcOrd="0" destOrd="0" presId="urn:microsoft.com/office/officeart/2005/8/layout/default"/>
    <dgm:cxn modelId="{7962123F-5416-4551-943D-E9DB75EE2635}" srcId="{012780AF-B917-4335-B595-AEDEE43067E4}" destId="{611ED8C4-2FCD-4806-8F82-7581CE6B428D}" srcOrd="2" destOrd="0" parTransId="{BF303F02-61BD-45DA-8BBB-AFF99F263DA1}" sibTransId="{ADB276CD-FEA3-4E04-83CB-BA2069E54B8E}"/>
    <dgm:cxn modelId="{D63C106E-CD7E-4878-9093-22BBEB5ABE7C}" srcId="{012780AF-B917-4335-B595-AEDEE43067E4}" destId="{A04A5DAE-4090-4238-AD5C-1DE1E383D68A}" srcOrd="0" destOrd="0" parTransId="{83925470-3609-4C08-A25F-663C44DD52C4}" sibTransId="{6B103251-D306-4522-941E-3D6F3DF43850}"/>
    <dgm:cxn modelId="{0939F458-DD9B-48EB-84EA-F4080F66BB55}" type="presOf" srcId="{A04A5DAE-4090-4238-AD5C-1DE1E383D68A}" destId="{E823FC81-C8FF-47D5-B6EC-78D2B205D617}" srcOrd="0" destOrd="0" presId="urn:microsoft.com/office/officeart/2005/8/layout/default"/>
    <dgm:cxn modelId="{2064607E-0C19-4D13-BEA0-5F87B0CC5C8E}" srcId="{012780AF-B917-4335-B595-AEDEE43067E4}" destId="{17A3345E-2B47-4509-A54E-291E0E341E46}" srcOrd="1" destOrd="0" parTransId="{1108E3E3-DACC-4461-B57D-AFB302C4A431}" sibTransId="{7C1C026D-66CF-4046-ABDD-0D21EE7F6E2B}"/>
    <dgm:cxn modelId="{D03E519E-9491-4AF1-9EC7-C6D6E9EC11F8}" type="presParOf" srcId="{6EA932BC-720A-4D87-B035-ED2BB4E19631}" destId="{E823FC81-C8FF-47D5-B6EC-78D2B205D617}" srcOrd="0" destOrd="0" presId="urn:microsoft.com/office/officeart/2005/8/layout/default"/>
    <dgm:cxn modelId="{FC546FDD-5FF2-4F5D-AD9D-AC7CFE8197A3}" type="presParOf" srcId="{6EA932BC-720A-4D87-B035-ED2BB4E19631}" destId="{DDCB4360-6B25-4203-B7B4-19968A9139AE}" srcOrd="1" destOrd="0" presId="urn:microsoft.com/office/officeart/2005/8/layout/default"/>
    <dgm:cxn modelId="{5D710768-8A5A-4D55-A50A-1A15D5CAA8D8}" type="presParOf" srcId="{6EA932BC-720A-4D87-B035-ED2BB4E19631}" destId="{5033ABD1-4952-499F-BCFB-1D09D1832EED}" srcOrd="2" destOrd="0" presId="urn:microsoft.com/office/officeart/2005/8/layout/default"/>
    <dgm:cxn modelId="{2ABB97A4-436A-4E83-B5D3-CD01DD6FC0A2}" type="presParOf" srcId="{6EA932BC-720A-4D87-B035-ED2BB4E19631}" destId="{E25A3EB9-1380-480B-ACD0-E14CA8B88CC6}" srcOrd="3" destOrd="0" presId="urn:microsoft.com/office/officeart/2005/8/layout/default"/>
    <dgm:cxn modelId="{8F5D1D86-9956-4F3B-B835-9CB8A701A201}" type="presParOf" srcId="{6EA932BC-720A-4D87-B035-ED2BB4E19631}" destId="{555E8FFA-436E-4215-8401-F6F2F1E6710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A88E5AA-3217-4C53-8045-A33792DCEA8A}" type="doc">
      <dgm:prSet loTypeId="urn:microsoft.com/office/officeart/2005/8/layout/default" loCatId="list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46D6714B-13EC-4FBC-BB24-77843005F0A9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it-IT" dirty="0"/>
            <a:t>Il livello 1 ha valori nella media: media e mediana circa coincidono con la media totale</a:t>
          </a:r>
          <a:endParaRPr lang="en-US" dirty="0"/>
        </a:p>
      </dgm:t>
    </dgm:pt>
    <dgm:pt modelId="{84475A05-E53D-45E4-A126-C88A0084EDB6}" type="parTrans" cxnId="{473CC6B4-ECA2-497F-AB40-4A7B356FE460}">
      <dgm:prSet/>
      <dgm:spPr/>
      <dgm:t>
        <a:bodyPr/>
        <a:lstStyle/>
        <a:p>
          <a:endParaRPr lang="en-US"/>
        </a:p>
      </dgm:t>
    </dgm:pt>
    <dgm:pt modelId="{94F84859-B41A-408D-82E9-2172422E1BFB}" type="sibTrans" cxnId="{473CC6B4-ECA2-497F-AB40-4A7B356FE460}">
      <dgm:prSet/>
      <dgm:spPr/>
      <dgm:t>
        <a:bodyPr/>
        <a:lstStyle/>
        <a:p>
          <a:endParaRPr lang="en-US"/>
        </a:p>
      </dgm:t>
    </dgm:pt>
    <dgm:pt modelId="{6E46BC56-1728-4074-92A2-8CAE3103C9C9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I</a:t>
          </a:r>
          <a:r>
            <a:rPr lang="en-US" baseline="0" dirty="0"/>
            <a:t> </a:t>
          </a:r>
          <a:r>
            <a:rPr lang="en-US" baseline="0" dirty="0" err="1"/>
            <a:t>livelli</a:t>
          </a:r>
          <a:r>
            <a:rPr lang="en-US" baseline="0" dirty="0"/>
            <a:t> 2, 3 </a:t>
          </a:r>
          <a:r>
            <a:rPr lang="en-US" baseline="0" dirty="0" err="1"/>
            <a:t>hanno</a:t>
          </a:r>
          <a:r>
            <a:rPr lang="en-US" baseline="0" dirty="0"/>
            <a:t> le </a:t>
          </a:r>
          <a:r>
            <a:rPr lang="en-US" baseline="0" dirty="0" err="1"/>
            <a:t>unità</a:t>
          </a:r>
          <a:r>
            <a:rPr lang="en-US" baseline="0" dirty="0"/>
            <a:t> </a:t>
          </a:r>
          <a:r>
            <a:rPr lang="en-US" baseline="0" dirty="0" err="1"/>
            <a:t>contenute</a:t>
          </a:r>
          <a:r>
            <a:rPr lang="en-US" baseline="0" dirty="0"/>
            <a:t> </a:t>
          </a:r>
          <a:r>
            <a:rPr lang="en-US" baseline="0" dirty="0" err="1"/>
            <a:t>nel</a:t>
          </a:r>
          <a:r>
            <a:rPr lang="en-US" baseline="0" dirty="0"/>
            <a:t> box con mpg circa </a:t>
          </a:r>
          <a:r>
            <a:rPr lang="en-US" baseline="0" dirty="0" err="1"/>
            <a:t>minore</a:t>
          </a:r>
          <a:r>
            <a:rPr lang="en-US" baseline="0" dirty="0"/>
            <a:t> o </a:t>
          </a:r>
          <a:r>
            <a:rPr lang="en-US" baseline="0" dirty="0" err="1"/>
            <a:t>uguale</a:t>
          </a:r>
          <a:r>
            <a:rPr lang="en-US" baseline="0" dirty="0"/>
            <a:t> </a:t>
          </a:r>
          <a:r>
            <a:rPr lang="en-US" baseline="0" dirty="0" err="1"/>
            <a:t>alla</a:t>
          </a:r>
          <a:r>
            <a:rPr lang="en-US" baseline="0" dirty="0"/>
            <a:t> media; per il 3 </a:t>
          </a:r>
          <a:r>
            <a:rPr lang="en-US" baseline="0" dirty="0" err="1"/>
            <a:t>si</a:t>
          </a:r>
          <a:r>
            <a:rPr lang="en-US" baseline="0" dirty="0"/>
            <a:t> ha </a:t>
          </a:r>
          <a:r>
            <a:rPr lang="en-US" baseline="0" dirty="0" err="1"/>
            <a:t>più</a:t>
          </a:r>
          <a:r>
            <a:rPr lang="en-US" baseline="0" dirty="0"/>
            <a:t> </a:t>
          </a:r>
          <a:r>
            <a:rPr lang="en-US" baseline="0" dirty="0" err="1"/>
            <a:t>dispersione</a:t>
          </a:r>
          <a:endParaRPr lang="en-US" dirty="0"/>
        </a:p>
      </dgm:t>
    </dgm:pt>
    <dgm:pt modelId="{721348F4-9C1A-496E-BA9D-C3EDA0A6AE27}" type="parTrans" cxnId="{E2D68184-4ECC-4607-A7EF-A266D9C7F23B}">
      <dgm:prSet/>
      <dgm:spPr/>
      <dgm:t>
        <a:bodyPr/>
        <a:lstStyle/>
        <a:p>
          <a:endParaRPr lang="en-US"/>
        </a:p>
      </dgm:t>
    </dgm:pt>
    <dgm:pt modelId="{A371DE4F-6578-4422-A1E4-8F4BDA4CFEF4}" type="sibTrans" cxnId="{E2D68184-4ECC-4607-A7EF-A266D9C7F23B}">
      <dgm:prSet/>
      <dgm:spPr/>
      <dgm:t>
        <a:bodyPr/>
        <a:lstStyle/>
        <a:p>
          <a:endParaRPr lang="en-US"/>
        </a:p>
      </dgm:t>
    </dgm:pt>
    <dgm:pt modelId="{A53760D1-DEFC-4FA1-A844-1B8C72D9FDD2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it-IT" dirty="0"/>
            <a:t>Per il livello 4 si hanno </a:t>
          </a:r>
          <a:r>
            <a:rPr lang="it-IT"/>
            <a:t>valori abbastanza </a:t>
          </a:r>
          <a:r>
            <a:rPr lang="it-IT" dirty="0"/>
            <a:t>dispersivi: media e mediana coincidono circa con la media totale, i baffi sono però piuttosto lunghi</a:t>
          </a:r>
          <a:endParaRPr lang="en-US" dirty="0"/>
        </a:p>
      </dgm:t>
    </dgm:pt>
    <dgm:pt modelId="{041C2A68-DA8B-4D3B-913B-FD3614EED1D9}" type="parTrans" cxnId="{9724D7B3-09DA-4835-BD10-1121278616FB}">
      <dgm:prSet/>
      <dgm:spPr/>
      <dgm:t>
        <a:bodyPr/>
        <a:lstStyle/>
        <a:p>
          <a:endParaRPr lang="en-US"/>
        </a:p>
      </dgm:t>
    </dgm:pt>
    <dgm:pt modelId="{E2D69BF7-700D-4BCA-8F00-F7956159CEBF}" type="sibTrans" cxnId="{9724D7B3-09DA-4835-BD10-1121278616FB}">
      <dgm:prSet/>
      <dgm:spPr/>
      <dgm:t>
        <a:bodyPr/>
        <a:lstStyle/>
        <a:p>
          <a:endParaRPr lang="en-US"/>
        </a:p>
      </dgm:t>
    </dgm:pt>
    <dgm:pt modelId="{C6A3C8A8-3482-43C9-8681-123589DB777D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Nel</a:t>
          </a:r>
          <a:r>
            <a:rPr lang="en-US" baseline="0" dirty="0"/>
            <a:t> </a:t>
          </a:r>
          <a:r>
            <a:rPr lang="en-US" baseline="0" dirty="0" err="1"/>
            <a:t>livello</a:t>
          </a:r>
          <a:r>
            <a:rPr lang="en-US" baseline="0" dirty="0"/>
            <a:t> 5 </a:t>
          </a:r>
          <a:r>
            <a:rPr lang="en-US" baseline="0" dirty="0" err="1"/>
            <a:t>si</a:t>
          </a:r>
          <a:r>
            <a:rPr lang="en-US" baseline="0" dirty="0"/>
            <a:t> </a:t>
          </a:r>
          <a:r>
            <a:rPr lang="en-US" baseline="0" dirty="0" err="1"/>
            <a:t>hanno</a:t>
          </a:r>
          <a:r>
            <a:rPr lang="en-US" baseline="0" dirty="0"/>
            <a:t> </a:t>
          </a:r>
          <a:r>
            <a:rPr lang="en-US" baseline="0" dirty="0" err="1"/>
            <a:t>valori</a:t>
          </a:r>
          <a:r>
            <a:rPr lang="en-US" baseline="0" dirty="0"/>
            <a:t> alti: media e </a:t>
          </a:r>
          <a:r>
            <a:rPr lang="en-US" baseline="0" dirty="0" err="1"/>
            <a:t>mediana</a:t>
          </a:r>
          <a:r>
            <a:rPr lang="en-US" baseline="0" dirty="0"/>
            <a:t> </a:t>
          </a:r>
          <a:r>
            <a:rPr lang="en-US" baseline="0" dirty="0" err="1"/>
            <a:t>sono</a:t>
          </a:r>
          <a:r>
            <a:rPr lang="en-US" baseline="0" dirty="0"/>
            <a:t> sopra la media </a:t>
          </a:r>
          <a:r>
            <a:rPr lang="en-US" baseline="0" dirty="0" err="1"/>
            <a:t>totale</a:t>
          </a:r>
          <a:r>
            <a:rPr lang="en-US" baseline="0" dirty="0"/>
            <a:t>; </a:t>
          </a:r>
          <a:r>
            <a:rPr lang="en-US" baseline="0" dirty="0" err="1"/>
            <a:t>si</a:t>
          </a:r>
          <a:r>
            <a:rPr lang="en-US" baseline="0" dirty="0"/>
            <a:t> </a:t>
          </a:r>
          <a:r>
            <a:rPr lang="en-US" baseline="0" dirty="0" err="1"/>
            <a:t>osserva</a:t>
          </a:r>
          <a:r>
            <a:rPr lang="en-US" baseline="0" dirty="0"/>
            <a:t> una </a:t>
          </a:r>
          <a:r>
            <a:rPr lang="en-US" baseline="0" dirty="0" err="1"/>
            <a:t>dispersione</a:t>
          </a:r>
          <a:r>
            <a:rPr lang="en-US" baseline="0" dirty="0"/>
            <a:t> </a:t>
          </a:r>
          <a:r>
            <a:rPr lang="en-US" baseline="0" dirty="0" err="1"/>
            <a:t>comunque</a:t>
          </a:r>
          <a:r>
            <a:rPr lang="en-US" baseline="0" dirty="0"/>
            <a:t> </a:t>
          </a:r>
          <a:r>
            <a:rPr lang="en-US" baseline="0" dirty="0" err="1"/>
            <a:t>elevata</a:t>
          </a:r>
          <a:endParaRPr lang="en-US" dirty="0"/>
        </a:p>
      </dgm:t>
    </dgm:pt>
    <dgm:pt modelId="{18F91C08-FEEF-483D-9A77-273092390BE4}" type="parTrans" cxnId="{FBFACA47-E85C-4425-ABDB-2110326F93F2}">
      <dgm:prSet/>
      <dgm:spPr/>
      <dgm:t>
        <a:bodyPr/>
        <a:lstStyle/>
        <a:p>
          <a:endParaRPr lang="en-US"/>
        </a:p>
      </dgm:t>
    </dgm:pt>
    <dgm:pt modelId="{78AF8693-8B39-4CA8-B2B7-26E783886768}" type="sibTrans" cxnId="{FBFACA47-E85C-4425-ABDB-2110326F93F2}">
      <dgm:prSet/>
      <dgm:spPr/>
      <dgm:t>
        <a:bodyPr/>
        <a:lstStyle/>
        <a:p>
          <a:endParaRPr lang="en-US"/>
        </a:p>
      </dgm:t>
    </dgm:pt>
    <dgm:pt modelId="{3829B802-285A-4394-994C-9399BC90E870}" type="pres">
      <dgm:prSet presAssocID="{FA88E5AA-3217-4C53-8045-A33792DCEA8A}" presName="diagram" presStyleCnt="0">
        <dgm:presLayoutVars>
          <dgm:dir/>
          <dgm:resizeHandles val="exact"/>
        </dgm:presLayoutVars>
      </dgm:prSet>
      <dgm:spPr/>
    </dgm:pt>
    <dgm:pt modelId="{BF9CFFC0-2934-457F-8676-600890535DF7}" type="pres">
      <dgm:prSet presAssocID="{46D6714B-13EC-4FBC-BB24-77843005F0A9}" presName="node" presStyleLbl="node1" presStyleIdx="0" presStyleCnt="4">
        <dgm:presLayoutVars>
          <dgm:bulletEnabled val="1"/>
        </dgm:presLayoutVars>
      </dgm:prSet>
      <dgm:spPr/>
    </dgm:pt>
    <dgm:pt modelId="{D457CC62-898B-4993-83F8-0FFCE144E8E0}" type="pres">
      <dgm:prSet presAssocID="{94F84859-B41A-408D-82E9-2172422E1BFB}" presName="sibTrans" presStyleCnt="0"/>
      <dgm:spPr/>
    </dgm:pt>
    <dgm:pt modelId="{A8FE9E88-BCBA-476E-9B51-B2F41456EAFA}" type="pres">
      <dgm:prSet presAssocID="{6E46BC56-1728-4074-92A2-8CAE3103C9C9}" presName="node" presStyleLbl="node1" presStyleIdx="1" presStyleCnt="4">
        <dgm:presLayoutVars>
          <dgm:bulletEnabled val="1"/>
        </dgm:presLayoutVars>
      </dgm:prSet>
      <dgm:spPr/>
    </dgm:pt>
    <dgm:pt modelId="{B62D99E4-43F3-49CE-BC6A-E7B034DA3936}" type="pres">
      <dgm:prSet presAssocID="{A371DE4F-6578-4422-A1E4-8F4BDA4CFEF4}" presName="sibTrans" presStyleCnt="0"/>
      <dgm:spPr/>
    </dgm:pt>
    <dgm:pt modelId="{8961D61E-1767-4F6A-A06E-ECDE5C6F8A7B}" type="pres">
      <dgm:prSet presAssocID="{A53760D1-DEFC-4FA1-A844-1B8C72D9FDD2}" presName="node" presStyleLbl="node1" presStyleIdx="2" presStyleCnt="4">
        <dgm:presLayoutVars>
          <dgm:bulletEnabled val="1"/>
        </dgm:presLayoutVars>
      </dgm:prSet>
      <dgm:spPr/>
    </dgm:pt>
    <dgm:pt modelId="{86CDFA7A-05DF-4A0B-A279-AE180EA774F9}" type="pres">
      <dgm:prSet presAssocID="{E2D69BF7-700D-4BCA-8F00-F7956159CEBF}" presName="sibTrans" presStyleCnt="0"/>
      <dgm:spPr/>
    </dgm:pt>
    <dgm:pt modelId="{B48789B4-2FB0-4FAF-A71B-ECE5AFFCD3F7}" type="pres">
      <dgm:prSet presAssocID="{C6A3C8A8-3482-43C9-8681-123589DB777D}" presName="node" presStyleLbl="node1" presStyleIdx="3" presStyleCnt="4">
        <dgm:presLayoutVars>
          <dgm:bulletEnabled val="1"/>
        </dgm:presLayoutVars>
      </dgm:prSet>
      <dgm:spPr/>
    </dgm:pt>
  </dgm:ptLst>
  <dgm:cxnLst>
    <dgm:cxn modelId="{343D642B-356D-4713-A479-A491311103E0}" type="presOf" srcId="{FA88E5AA-3217-4C53-8045-A33792DCEA8A}" destId="{3829B802-285A-4394-994C-9399BC90E870}" srcOrd="0" destOrd="0" presId="urn:microsoft.com/office/officeart/2005/8/layout/default"/>
    <dgm:cxn modelId="{FBFACA47-E85C-4425-ABDB-2110326F93F2}" srcId="{FA88E5AA-3217-4C53-8045-A33792DCEA8A}" destId="{C6A3C8A8-3482-43C9-8681-123589DB777D}" srcOrd="3" destOrd="0" parTransId="{18F91C08-FEEF-483D-9A77-273092390BE4}" sibTransId="{78AF8693-8B39-4CA8-B2B7-26E783886768}"/>
    <dgm:cxn modelId="{BEBF4A7F-6B56-4189-B72F-F98A225EB106}" type="presOf" srcId="{6E46BC56-1728-4074-92A2-8CAE3103C9C9}" destId="{A8FE9E88-BCBA-476E-9B51-B2F41456EAFA}" srcOrd="0" destOrd="0" presId="urn:microsoft.com/office/officeart/2005/8/layout/default"/>
    <dgm:cxn modelId="{E2D68184-4ECC-4607-A7EF-A266D9C7F23B}" srcId="{FA88E5AA-3217-4C53-8045-A33792DCEA8A}" destId="{6E46BC56-1728-4074-92A2-8CAE3103C9C9}" srcOrd="1" destOrd="0" parTransId="{721348F4-9C1A-496E-BA9D-C3EDA0A6AE27}" sibTransId="{A371DE4F-6578-4422-A1E4-8F4BDA4CFEF4}"/>
    <dgm:cxn modelId="{185FD393-0D20-4BB3-B2EF-F48522821EDD}" type="presOf" srcId="{C6A3C8A8-3482-43C9-8681-123589DB777D}" destId="{B48789B4-2FB0-4FAF-A71B-ECE5AFFCD3F7}" srcOrd="0" destOrd="0" presId="urn:microsoft.com/office/officeart/2005/8/layout/default"/>
    <dgm:cxn modelId="{8DDDEB9D-D2B4-426E-BD62-3618F3A1BC5D}" type="presOf" srcId="{46D6714B-13EC-4FBC-BB24-77843005F0A9}" destId="{BF9CFFC0-2934-457F-8676-600890535DF7}" srcOrd="0" destOrd="0" presId="urn:microsoft.com/office/officeart/2005/8/layout/default"/>
    <dgm:cxn modelId="{9724D7B3-09DA-4835-BD10-1121278616FB}" srcId="{FA88E5AA-3217-4C53-8045-A33792DCEA8A}" destId="{A53760D1-DEFC-4FA1-A844-1B8C72D9FDD2}" srcOrd="2" destOrd="0" parTransId="{041C2A68-DA8B-4D3B-913B-FD3614EED1D9}" sibTransId="{E2D69BF7-700D-4BCA-8F00-F7956159CEBF}"/>
    <dgm:cxn modelId="{473CC6B4-ECA2-497F-AB40-4A7B356FE460}" srcId="{FA88E5AA-3217-4C53-8045-A33792DCEA8A}" destId="{46D6714B-13EC-4FBC-BB24-77843005F0A9}" srcOrd="0" destOrd="0" parTransId="{84475A05-E53D-45E4-A126-C88A0084EDB6}" sibTransId="{94F84859-B41A-408D-82E9-2172422E1BFB}"/>
    <dgm:cxn modelId="{3B765ABA-CF61-4157-8A1E-818EFF6C7B87}" type="presOf" srcId="{A53760D1-DEFC-4FA1-A844-1B8C72D9FDD2}" destId="{8961D61E-1767-4F6A-A06E-ECDE5C6F8A7B}" srcOrd="0" destOrd="0" presId="urn:microsoft.com/office/officeart/2005/8/layout/default"/>
    <dgm:cxn modelId="{049DD924-D471-4DFC-9D58-EE0FE95A578D}" type="presParOf" srcId="{3829B802-285A-4394-994C-9399BC90E870}" destId="{BF9CFFC0-2934-457F-8676-600890535DF7}" srcOrd="0" destOrd="0" presId="urn:microsoft.com/office/officeart/2005/8/layout/default"/>
    <dgm:cxn modelId="{5B4695FD-DBF6-4186-97EA-FABF12D03697}" type="presParOf" srcId="{3829B802-285A-4394-994C-9399BC90E870}" destId="{D457CC62-898B-4993-83F8-0FFCE144E8E0}" srcOrd="1" destOrd="0" presId="urn:microsoft.com/office/officeart/2005/8/layout/default"/>
    <dgm:cxn modelId="{97E056B1-BBEC-48D7-88A4-D9294EF10087}" type="presParOf" srcId="{3829B802-285A-4394-994C-9399BC90E870}" destId="{A8FE9E88-BCBA-476E-9B51-B2F41456EAFA}" srcOrd="2" destOrd="0" presId="urn:microsoft.com/office/officeart/2005/8/layout/default"/>
    <dgm:cxn modelId="{1DEF1896-532C-4F21-96F1-7F2FBC7B685F}" type="presParOf" srcId="{3829B802-285A-4394-994C-9399BC90E870}" destId="{B62D99E4-43F3-49CE-BC6A-E7B034DA3936}" srcOrd="3" destOrd="0" presId="urn:microsoft.com/office/officeart/2005/8/layout/default"/>
    <dgm:cxn modelId="{6B162A56-FE66-4F99-B6AE-D0DDE3EB824B}" type="presParOf" srcId="{3829B802-285A-4394-994C-9399BC90E870}" destId="{8961D61E-1767-4F6A-A06E-ECDE5C6F8A7B}" srcOrd="4" destOrd="0" presId="urn:microsoft.com/office/officeart/2005/8/layout/default"/>
    <dgm:cxn modelId="{93850B95-D617-410A-923A-DA1D89925ED6}" type="presParOf" srcId="{3829B802-285A-4394-994C-9399BC90E870}" destId="{86CDFA7A-05DF-4A0B-A279-AE180EA774F9}" srcOrd="5" destOrd="0" presId="urn:microsoft.com/office/officeart/2005/8/layout/default"/>
    <dgm:cxn modelId="{B5486F56-C1E0-46FD-979C-44A4ECC9D09C}" type="presParOf" srcId="{3829B802-285A-4394-994C-9399BC90E870}" destId="{B48789B4-2FB0-4FAF-A71B-ECE5AFFCD3F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4674E01-B267-4EBC-83D9-A1395ADE05B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C32041-A307-4494-A36F-3498292CBCEA}">
      <dgm:prSet custT="1"/>
      <dgm:spPr/>
      <dgm:t>
        <a:bodyPr/>
        <a:lstStyle/>
        <a:p>
          <a:pPr algn="ctr"/>
          <a:r>
            <a:rPr lang="it-IT" sz="1800"/>
            <a:t>Grande dispersione per i livelli 2, 3, 4; media e mediana sono comunque vicine alla media totale</a:t>
          </a:r>
          <a:endParaRPr lang="en-US" sz="1800"/>
        </a:p>
      </dgm:t>
    </dgm:pt>
    <dgm:pt modelId="{2965857C-5EA8-4024-84DC-10E4A6AE1DF6}" type="parTrans" cxnId="{4F5E79E7-5CF0-410C-9A1A-6DD39F7BF29F}">
      <dgm:prSet/>
      <dgm:spPr/>
      <dgm:t>
        <a:bodyPr/>
        <a:lstStyle/>
        <a:p>
          <a:pPr algn="ctr"/>
          <a:endParaRPr lang="en-US" sz="2000"/>
        </a:p>
      </dgm:t>
    </dgm:pt>
    <dgm:pt modelId="{30C72D90-6EA2-4096-8115-CDA79F94FA56}" type="sibTrans" cxnId="{4F5E79E7-5CF0-410C-9A1A-6DD39F7BF29F}">
      <dgm:prSet/>
      <dgm:spPr/>
      <dgm:t>
        <a:bodyPr/>
        <a:lstStyle/>
        <a:p>
          <a:pPr algn="ctr"/>
          <a:endParaRPr lang="en-US" sz="2000"/>
        </a:p>
      </dgm:t>
    </dgm:pt>
    <dgm:pt modelId="{F675AF78-FD5A-4F58-B48D-00B6294A091B}">
      <dgm:prSet custT="1"/>
      <dgm:spPr/>
      <dgm:t>
        <a:bodyPr/>
        <a:lstStyle/>
        <a:p>
          <a:pPr algn="ctr"/>
          <a:r>
            <a:rPr lang="it-IT" sz="1800" dirty="0"/>
            <a:t>Per il livello 1 si osservano valori intorno alla media in rep77, anche se la mediana è spostata verso il basso;</a:t>
          </a:r>
          <a:br>
            <a:rPr lang="it-IT" sz="1800" dirty="0"/>
          </a:br>
          <a:r>
            <a:rPr lang="it-IT" sz="1800" dirty="0"/>
            <a:t>in rep78 si hanno valori minimi</a:t>
          </a:r>
          <a:endParaRPr lang="en-US" sz="1800" dirty="0"/>
        </a:p>
      </dgm:t>
    </dgm:pt>
    <dgm:pt modelId="{95AB1731-6CC8-4199-A19B-40217F4DF401}" type="parTrans" cxnId="{7D3C16A7-1DA5-4F22-A3AD-7B7AD9F004DC}">
      <dgm:prSet/>
      <dgm:spPr/>
      <dgm:t>
        <a:bodyPr/>
        <a:lstStyle/>
        <a:p>
          <a:pPr algn="ctr"/>
          <a:endParaRPr lang="en-US" sz="2000"/>
        </a:p>
      </dgm:t>
    </dgm:pt>
    <dgm:pt modelId="{61F3E850-1ECD-471E-911C-891F629E1861}" type="sibTrans" cxnId="{7D3C16A7-1DA5-4F22-A3AD-7B7AD9F004DC}">
      <dgm:prSet/>
      <dgm:spPr/>
      <dgm:t>
        <a:bodyPr/>
        <a:lstStyle/>
        <a:p>
          <a:pPr algn="ctr"/>
          <a:endParaRPr lang="en-US" sz="2000"/>
        </a:p>
      </dgm:t>
    </dgm:pt>
    <dgm:pt modelId="{49F1DF63-C318-4486-B3D9-02D6A8AD2704}">
      <dgm:prSet custT="1"/>
      <dgm:spPr/>
      <dgm:t>
        <a:bodyPr/>
        <a:lstStyle/>
        <a:p>
          <a:pPr algn="ctr"/>
          <a:r>
            <a:rPr lang="it-IT" sz="1800"/>
            <a:t>Si riscontrano valori bassi anche per il livello 5: minimi nel 77, più elevati nel 78 con una maggior dispersione</a:t>
          </a:r>
          <a:endParaRPr lang="en-US" sz="1800"/>
        </a:p>
      </dgm:t>
    </dgm:pt>
    <dgm:pt modelId="{B7428CEC-2F3C-45CE-B894-39C244038A60}" type="parTrans" cxnId="{DBA9DD2F-6E8D-47BD-B845-9F579DB2FADD}">
      <dgm:prSet/>
      <dgm:spPr/>
      <dgm:t>
        <a:bodyPr/>
        <a:lstStyle/>
        <a:p>
          <a:pPr algn="ctr"/>
          <a:endParaRPr lang="en-US" sz="2000"/>
        </a:p>
      </dgm:t>
    </dgm:pt>
    <dgm:pt modelId="{7E1F1154-040F-43DA-96CF-DBABE3C2F018}" type="sibTrans" cxnId="{DBA9DD2F-6E8D-47BD-B845-9F579DB2FADD}">
      <dgm:prSet/>
      <dgm:spPr/>
      <dgm:t>
        <a:bodyPr/>
        <a:lstStyle/>
        <a:p>
          <a:pPr algn="ctr"/>
          <a:endParaRPr lang="en-US" sz="2000"/>
        </a:p>
      </dgm:t>
    </dgm:pt>
    <dgm:pt modelId="{403B837F-510C-4714-8053-1AE17B6873DA}" type="pres">
      <dgm:prSet presAssocID="{F4674E01-B267-4EBC-83D9-A1395ADE05B7}" presName="vert0" presStyleCnt="0">
        <dgm:presLayoutVars>
          <dgm:dir/>
          <dgm:animOne val="branch"/>
          <dgm:animLvl val="lvl"/>
        </dgm:presLayoutVars>
      </dgm:prSet>
      <dgm:spPr/>
    </dgm:pt>
    <dgm:pt modelId="{608846F9-001E-42C5-8AA4-32EE928085CD}" type="pres">
      <dgm:prSet presAssocID="{15C32041-A307-4494-A36F-3498292CBCEA}" presName="thickLine" presStyleLbl="alignNode1" presStyleIdx="0" presStyleCnt="3"/>
      <dgm:spPr/>
    </dgm:pt>
    <dgm:pt modelId="{5E763244-F7CC-41BA-8C61-97B2EC672D5C}" type="pres">
      <dgm:prSet presAssocID="{15C32041-A307-4494-A36F-3498292CBCEA}" presName="horz1" presStyleCnt="0"/>
      <dgm:spPr/>
    </dgm:pt>
    <dgm:pt modelId="{E5F33176-7FD6-4220-A12D-5E1372BAF42B}" type="pres">
      <dgm:prSet presAssocID="{15C32041-A307-4494-A36F-3498292CBCEA}" presName="tx1" presStyleLbl="revTx" presStyleIdx="0" presStyleCnt="3"/>
      <dgm:spPr/>
    </dgm:pt>
    <dgm:pt modelId="{CB30FC19-CB25-4691-8207-A27924BF592A}" type="pres">
      <dgm:prSet presAssocID="{15C32041-A307-4494-A36F-3498292CBCEA}" presName="vert1" presStyleCnt="0"/>
      <dgm:spPr/>
    </dgm:pt>
    <dgm:pt modelId="{B24F6995-DD44-4216-9BCD-EFDA3097681C}" type="pres">
      <dgm:prSet presAssocID="{F675AF78-FD5A-4F58-B48D-00B6294A091B}" presName="thickLine" presStyleLbl="alignNode1" presStyleIdx="1" presStyleCnt="3"/>
      <dgm:spPr/>
    </dgm:pt>
    <dgm:pt modelId="{64F92331-9600-4B5E-9B84-16ABEFA84CC4}" type="pres">
      <dgm:prSet presAssocID="{F675AF78-FD5A-4F58-B48D-00B6294A091B}" presName="horz1" presStyleCnt="0"/>
      <dgm:spPr/>
    </dgm:pt>
    <dgm:pt modelId="{A9EC6FF2-15B5-416A-B8B2-42554B07DCEF}" type="pres">
      <dgm:prSet presAssocID="{F675AF78-FD5A-4F58-B48D-00B6294A091B}" presName="tx1" presStyleLbl="revTx" presStyleIdx="1" presStyleCnt="3" custScaleY="157618"/>
      <dgm:spPr/>
    </dgm:pt>
    <dgm:pt modelId="{3F7AEDD6-38E8-4D64-A368-876C1D0F0A73}" type="pres">
      <dgm:prSet presAssocID="{F675AF78-FD5A-4F58-B48D-00B6294A091B}" presName="vert1" presStyleCnt="0"/>
      <dgm:spPr/>
    </dgm:pt>
    <dgm:pt modelId="{19AC0037-34A7-46D8-9A6A-A1418A80C36D}" type="pres">
      <dgm:prSet presAssocID="{49F1DF63-C318-4486-B3D9-02D6A8AD2704}" presName="thickLine" presStyleLbl="alignNode1" presStyleIdx="2" presStyleCnt="3"/>
      <dgm:spPr/>
    </dgm:pt>
    <dgm:pt modelId="{09728D0F-55EF-4309-BEA1-6646207BDB7A}" type="pres">
      <dgm:prSet presAssocID="{49F1DF63-C318-4486-B3D9-02D6A8AD2704}" presName="horz1" presStyleCnt="0"/>
      <dgm:spPr/>
    </dgm:pt>
    <dgm:pt modelId="{EF266BE6-80A2-4D7A-A707-6F4D8C06B041}" type="pres">
      <dgm:prSet presAssocID="{49F1DF63-C318-4486-B3D9-02D6A8AD2704}" presName="tx1" presStyleLbl="revTx" presStyleIdx="2" presStyleCnt="3"/>
      <dgm:spPr/>
    </dgm:pt>
    <dgm:pt modelId="{C05A759D-421A-44ED-9C21-2DCB176B9994}" type="pres">
      <dgm:prSet presAssocID="{49F1DF63-C318-4486-B3D9-02D6A8AD2704}" presName="vert1" presStyleCnt="0"/>
      <dgm:spPr/>
    </dgm:pt>
  </dgm:ptLst>
  <dgm:cxnLst>
    <dgm:cxn modelId="{D5615F0E-C2FD-410F-A76D-32BAB7D459FD}" type="presOf" srcId="{F675AF78-FD5A-4F58-B48D-00B6294A091B}" destId="{A9EC6FF2-15B5-416A-B8B2-42554B07DCEF}" srcOrd="0" destOrd="0" presId="urn:microsoft.com/office/officeart/2008/layout/LinedList"/>
    <dgm:cxn modelId="{6D64D625-A07B-432B-BC13-D627F1E6325E}" type="presOf" srcId="{49F1DF63-C318-4486-B3D9-02D6A8AD2704}" destId="{EF266BE6-80A2-4D7A-A707-6F4D8C06B041}" srcOrd="0" destOrd="0" presId="urn:microsoft.com/office/officeart/2008/layout/LinedList"/>
    <dgm:cxn modelId="{DBA9DD2F-6E8D-47BD-B845-9F579DB2FADD}" srcId="{F4674E01-B267-4EBC-83D9-A1395ADE05B7}" destId="{49F1DF63-C318-4486-B3D9-02D6A8AD2704}" srcOrd="2" destOrd="0" parTransId="{B7428CEC-2F3C-45CE-B894-39C244038A60}" sibTransId="{7E1F1154-040F-43DA-96CF-DBABE3C2F018}"/>
    <dgm:cxn modelId="{84DF864F-32F0-42D0-9135-2FB545538341}" type="presOf" srcId="{F4674E01-B267-4EBC-83D9-A1395ADE05B7}" destId="{403B837F-510C-4714-8053-1AE17B6873DA}" srcOrd="0" destOrd="0" presId="urn:microsoft.com/office/officeart/2008/layout/LinedList"/>
    <dgm:cxn modelId="{7D3C16A7-1DA5-4F22-A3AD-7B7AD9F004DC}" srcId="{F4674E01-B267-4EBC-83D9-A1395ADE05B7}" destId="{F675AF78-FD5A-4F58-B48D-00B6294A091B}" srcOrd="1" destOrd="0" parTransId="{95AB1731-6CC8-4199-A19B-40217F4DF401}" sibTransId="{61F3E850-1ECD-471E-911C-891F629E1861}"/>
    <dgm:cxn modelId="{E93721DD-5529-448C-AE47-7A4CF9222748}" type="presOf" srcId="{15C32041-A307-4494-A36F-3498292CBCEA}" destId="{E5F33176-7FD6-4220-A12D-5E1372BAF42B}" srcOrd="0" destOrd="0" presId="urn:microsoft.com/office/officeart/2008/layout/LinedList"/>
    <dgm:cxn modelId="{4F5E79E7-5CF0-410C-9A1A-6DD39F7BF29F}" srcId="{F4674E01-B267-4EBC-83D9-A1395ADE05B7}" destId="{15C32041-A307-4494-A36F-3498292CBCEA}" srcOrd="0" destOrd="0" parTransId="{2965857C-5EA8-4024-84DC-10E4A6AE1DF6}" sibTransId="{30C72D90-6EA2-4096-8115-CDA79F94FA56}"/>
    <dgm:cxn modelId="{4B1241A8-F180-40EE-AA2D-FB8F8BC17155}" type="presParOf" srcId="{403B837F-510C-4714-8053-1AE17B6873DA}" destId="{608846F9-001E-42C5-8AA4-32EE928085CD}" srcOrd="0" destOrd="0" presId="urn:microsoft.com/office/officeart/2008/layout/LinedList"/>
    <dgm:cxn modelId="{195FB0F6-B47C-4FC8-A6C4-9223366169DE}" type="presParOf" srcId="{403B837F-510C-4714-8053-1AE17B6873DA}" destId="{5E763244-F7CC-41BA-8C61-97B2EC672D5C}" srcOrd="1" destOrd="0" presId="urn:microsoft.com/office/officeart/2008/layout/LinedList"/>
    <dgm:cxn modelId="{C3A2F11A-8B5F-43B6-A47B-83D00766D4A7}" type="presParOf" srcId="{5E763244-F7CC-41BA-8C61-97B2EC672D5C}" destId="{E5F33176-7FD6-4220-A12D-5E1372BAF42B}" srcOrd="0" destOrd="0" presId="urn:microsoft.com/office/officeart/2008/layout/LinedList"/>
    <dgm:cxn modelId="{7D2FABEF-2FA3-4D32-8ACD-9CA46B14E13E}" type="presParOf" srcId="{5E763244-F7CC-41BA-8C61-97B2EC672D5C}" destId="{CB30FC19-CB25-4691-8207-A27924BF592A}" srcOrd="1" destOrd="0" presId="urn:microsoft.com/office/officeart/2008/layout/LinedList"/>
    <dgm:cxn modelId="{2E1FA0E2-8B4E-455A-AFC0-1A1AA387B07E}" type="presParOf" srcId="{403B837F-510C-4714-8053-1AE17B6873DA}" destId="{B24F6995-DD44-4216-9BCD-EFDA3097681C}" srcOrd="2" destOrd="0" presId="urn:microsoft.com/office/officeart/2008/layout/LinedList"/>
    <dgm:cxn modelId="{EC4899D6-5DE6-492F-AF6B-E48B3136294E}" type="presParOf" srcId="{403B837F-510C-4714-8053-1AE17B6873DA}" destId="{64F92331-9600-4B5E-9B84-16ABEFA84CC4}" srcOrd="3" destOrd="0" presId="urn:microsoft.com/office/officeart/2008/layout/LinedList"/>
    <dgm:cxn modelId="{23DDC67B-3574-4ADB-91C2-E6C5511EAE90}" type="presParOf" srcId="{64F92331-9600-4B5E-9B84-16ABEFA84CC4}" destId="{A9EC6FF2-15B5-416A-B8B2-42554B07DCEF}" srcOrd="0" destOrd="0" presId="urn:microsoft.com/office/officeart/2008/layout/LinedList"/>
    <dgm:cxn modelId="{0B48CE9C-8FC6-4321-A257-A7D0AD47DF42}" type="presParOf" srcId="{64F92331-9600-4B5E-9B84-16ABEFA84CC4}" destId="{3F7AEDD6-38E8-4D64-A368-876C1D0F0A73}" srcOrd="1" destOrd="0" presId="urn:microsoft.com/office/officeart/2008/layout/LinedList"/>
    <dgm:cxn modelId="{3F57D79E-C038-4073-953B-922DA7DD6C5D}" type="presParOf" srcId="{403B837F-510C-4714-8053-1AE17B6873DA}" destId="{19AC0037-34A7-46D8-9A6A-A1418A80C36D}" srcOrd="4" destOrd="0" presId="urn:microsoft.com/office/officeart/2008/layout/LinedList"/>
    <dgm:cxn modelId="{22E1C5C9-0867-404F-A803-023BF7BEABDF}" type="presParOf" srcId="{403B837F-510C-4714-8053-1AE17B6873DA}" destId="{09728D0F-55EF-4309-BEA1-6646207BDB7A}" srcOrd="5" destOrd="0" presId="urn:microsoft.com/office/officeart/2008/layout/LinedList"/>
    <dgm:cxn modelId="{0DC66952-FEFD-41E0-960B-4DE156D787DD}" type="presParOf" srcId="{09728D0F-55EF-4309-BEA1-6646207BDB7A}" destId="{EF266BE6-80A2-4D7A-A707-6F4D8C06B041}" srcOrd="0" destOrd="0" presId="urn:microsoft.com/office/officeart/2008/layout/LinedList"/>
    <dgm:cxn modelId="{124C5133-7846-4878-BD5A-0F9F05E518C7}" type="presParOf" srcId="{09728D0F-55EF-4309-BEA1-6646207BDB7A}" destId="{C05A759D-421A-44ED-9C21-2DCB176B999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92964AD-AA9D-4846-AE08-A3F87CF3113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2E3EF21-EF76-494B-992D-AC297FC99C4C}">
      <dgm:prSet custT="1"/>
      <dgm:spPr/>
      <dgm:t>
        <a:bodyPr/>
        <a:lstStyle/>
        <a:p>
          <a:pPr algn="ctr"/>
          <a:r>
            <a:rPr lang="en-US" sz="1800"/>
            <a:t>Andamento simile per tutte e tre le variabili</a:t>
          </a:r>
        </a:p>
      </dgm:t>
    </dgm:pt>
    <dgm:pt modelId="{6C17D5D2-6380-42F2-9374-7866B0C0DF30}" type="parTrans" cxnId="{BB8C0B4A-AFB7-4F7D-968F-AC85EF36AFD5}">
      <dgm:prSet/>
      <dgm:spPr/>
      <dgm:t>
        <a:bodyPr/>
        <a:lstStyle/>
        <a:p>
          <a:pPr algn="ctr"/>
          <a:endParaRPr lang="en-US" sz="1800"/>
        </a:p>
      </dgm:t>
    </dgm:pt>
    <dgm:pt modelId="{25ACF544-342A-48F0-93C9-F1CCC47BF8A7}" type="sibTrans" cxnId="{BB8C0B4A-AFB7-4F7D-968F-AC85EF36AFD5}">
      <dgm:prSet/>
      <dgm:spPr/>
      <dgm:t>
        <a:bodyPr/>
        <a:lstStyle/>
        <a:p>
          <a:pPr algn="ctr"/>
          <a:endParaRPr lang="en-US" sz="1800"/>
        </a:p>
      </dgm:t>
    </dgm:pt>
    <dgm:pt modelId="{EF9B3FA4-35BE-4ED2-A5E1-0A11AB2A461D}">
      <dgm:prSet custT="1"/>
      <dgm:spPr/>
      <dgm:t>
        <a:bodyPr/>
        <a:lstStyle/>
        <a:p>
          <a:pPr algn="ctr"/>
          <a:r>
            <a:rPr lang="en-US" sz="1800"/>
            <a:t>Valori sotto la media per I livelli 1 e 5</a:t>
          </a:r>
        </a:p>
      </dgm:t>
    </dgm:pt>
    <dgm:pt modelId="{AD9DAFF7-6FB3-4DCA-AF72-1E47F7DF8506}" type="parTrans" cxnId="{A8E633C1-734D-4838-801A-204A99DBE4CE}">
      <dgm:prSet/>
      <dgm:spPr/>
      <dgm:t>
        <a:bodyPr/>
        <a:lstStyle/>
        <a:p>
          <a:pPr algn="ctr"/>
          <a:endParaRPr lang="en-US" sz="1800"/>
        </a:p>
      </dgm:t>
    </dgm:pt>
    <dgm:pt modelId="{07E644AF-FE8B-45DC-9D7C-47D7D8565093}" type="sibTrans" cxnId="{A8E633C1-734D-4838-801A-204A99DBE4CE}">
      <dgm:prSet/>
      <dgm:spPr/>
      <dgm:t>
        <a:bodyPr/>
        <a:lstStyle/>
        <a:p>
          <a:pPr algn="ctr"/>
          <a:endParaRPr lang="en-US" sz="1800"/>
        </a:p>
      </dgm:t>
    </dgm:pt>
    <dgm:pt modelId="{8CC8DDBE-0AE2-4B69-BB64-7C3646ED8C0D}">
      <dgm:prSet custT="1"/>
      <dgm:spPr/>
      <dgm:t>
        <a:bodyPr/>
        <a:lstStyle/>
        <a:p>
          <a:pPr algn="ctr"/>
          <a:r>
            <a:rPr lang="en-US" sz="1800"/>
            <a:t>Dispersione elevata per 3 e per 4</a:t>
          </a:r>
        </a:p>
      </dgm:t>
    </dgm:pt>
    <dgm:pt modelId="{729389BD-40FE-490C-B286-FD5111488F0D}" type="parTrans" cxnId="{CA8EEB59-DA02-4231-B224-4D4BC1E72F0E}">
      <dgm:prSet/>
      <dgm:spPr/>
      <dgm:t>
        <a:bodyPr/>
        <a:lstStyle/>
        <a:p>
          <a:pPr algn="ctr"/>
          <a:endParaRPr lang="en-US" sz="1800"/>
        </a:p>
      </dgm:t>
    </dgm:pt>
    <dgm:pt modelId="{8E9B567E-5C38-41F4-8F88-FA3624C15099}" type="sibTrans" cxnId="{CA8EEB59-DA02-4231-B224-4D4BC1E72F0E}">
      <dgm:prSet/>
      <dgm:spPr/>
      <dgm:t>
        <a:bodyPr/>
        <a:lstStyle/>
        <a:p>
          <a:pPr algn="ctr"/>
          <a:endParaRPr lang="en-US" sz="1800"/>
        </a:p>
      </dgm:t>
    </dgm:pt>
    <dgm:pt modelId="{A2A09BC2-A3AE-49C7-AF9C-2563FAE5C720}">
      <dgm:prSet custT="1"/>
      <dgm:spPr/>
      <dgm:t>
        <a:bodyPr/>
        <a:lstStyle/>
        <a:p>
          <a:pPr algn="ctr"/>
          <a:r>
            <a:rPr lang="en-US" sz="1800"/>
            <a:t>Per il livello 2 si ha una scatola più compatta rispetto a 3 e 4, con baffi più corti, spostata verso l’alto rispetto alla media totale</a:t>
          </a:r>
        </a:p>
      </dgm:t>
    </dgm:pt>
    <dgm:pt modelId="{EA90D512-6264-4FB4-B6D6-FB4A605CC971}" type="parTrans" cxnId="{65969594-5982-4959-AD53-4455D9495197}">
      <dgm:prSet/>
      <dgm:spPr/>
      <dgm:t>
        <a:bodyPr/>
        <a:lstStyle/>
        <a:p>
          <a:pPr algn="ctr"/>
          <a:endParaRPr lang="en-US" sz="1800"/>
        </a:p>
      </dgm:t>
    </dgm:pt>
    <dgm:pt modelId="{2B8B43A7-BCE7-483F-BEE7-AEAABCAB12C2}" type="sibTrans" cxnId="{65969594-5982-4959-AD53-4455D9495197}">
      <dgm:prSet/>
      <dgm:spPr/>
      <dgm:t>
        <a:bodyPr/>
        <a:lstStyle/>
        <a:p>
          <a:pPr algn="ctr"/>
          <a:endParaRPr lang="en-US" sz="1800"/>
        </a:p>
      </dgm:t>
    </dgm:pt>
    <dgm:pt modelId="{2D95A12B-6AAF-47A6-B6CF-B8C5FE390072}">
      <dgm:prSet custT="1"/>
      <dgm:spPr/>
      <dgm:t>
        <a:bodyPr/>
        <a:lstStyle/>
        <a:p>
          <a:pPr algn="ctr"/>
          <a:r>
            <a:rPr lang="en-US" sz="1800"/>
            <a:t>Per la variabile weight si osserva un’alta dispersione anche per il livello 1</a:t>
          </a:r>
        </a:p>
      </dgm:t>
    </dgm:pt>
    <dgm:pt modelId="{739B4037-8495-4502-93E5-E47E46DA68A8}" type="parTrans" cxnId="{9EE23AF2-0863-4AAA-9E9F-CDF04C2A5F8D}">
      <dgm:prSet/>
      <dgm:spPr/>
      <dgm:t>
        <a:bodyPr/>
        <a:lstStyle/>
        <a:p>
          <a:pPr algn="ctr"/>
          <a:endParaRPr lang="en-US" sz="1800"/>
        </a:p>
      </dgm:t>
    </dgm:pt>
    <dgm:pt modelId="{3ABB111D-C6BF-42FA-834A-9494ED9B6FEA}" type="sibTrans" cxnId="{9EE23AF2-0863-4AAA-9E9F-CDF04C2A5F8D}">
      <dgm:prSet/>
      <dgm:spPr/>
      <dgm:t>
        <a:bodyPr/>
        <a:lstStyle/>
        <a:p>
          <a:pPr algn="ctr"/>
          <a:endParaRPr lang="en-US" sz="1800"/>
        </a:p>
      </dgm:t>
    </dgm:pt>
    <dgm:pt modelId="{2F382D43-6166-4E78-973E-AB0E26BA9228}" type="pres">
      <dgm:prSet presAssocID="{B92964AD-AA9D-4846-AE08-A3F87CF3113D}" presName="vert0" presStyleCnt="0">
        <dgm:presLayoutVars>
          <dgm:dir/>
          <dgm:animOne val="branch"/>
          <dgm:animLvl val="lvl"/>
        </dgm:presLayoutVars>
      </dgm:prSet>
      <dgm:spPr/>
    </dgm:pt>
    <dgm:pt modelId="{67015240-2DD7-4559-B1EC-A0851B9A758D}" type="pres">
      <dgm:prSet presAssocID="{B2E3EF21-EF76-494B-992D-AC297FC99C4C}" presName="thickLine" presStyleLbl="alignNode1" presStyleIdx="0" presStyleCnt="5"/>
      <dgm:spPr/>
    </dgm:pt>
    <dgm:pt modelId="{9CB187A4-0794-49AA-BC56-89EE2CC5437E}" type="pres">
      <dgm:prSet presAssocID="{B2E3EF21-EF76-494B-992D-AC297FC99C4C}" presName="horz1" presStyleCnt="0"/>
      <dgm:spPr/>
    </dgm:pt>
    <dgm:pt modelId="{5127BF68-52EC-48C4-9A18-FB0709A0B305}" type="pres">
      <dgm:prSet presAssocID="{B2E3EF21-EF76-494B-992D-AC297FC99C4C}" presName="tx1" presStyleLbl="revTx" presStyleIdx="0" presStyleCnt="5"/>
      <dgm:spPr/>
    </dgm:pt>
    <dgm:pt modelId="{210FC321-08AF-46B1-80B3-0D5212A757AC}" type="pres">
      <dgm:prSet presAssocID="{B2E3EF21-EF76-494B-992D-AC297FC99C4C}" presName="vert1" presStyleCnt="0"/>
      <dgm:spPr/>
    </dgm:pt>
    <dgm:pt modelId="{5191BD88-488C-4220-9523-FEB25E4C1921}" type="pres">
      <dgm:prSet presAssocID="{EF9B3FA4-35BE-4ED2-A5E1-0A11AB2A461D}" presName="thickLine" presStyleLbl="alignNode1" presStyleIdx="1" presStyleCnt="5"/>
      <dgm:spPr/>
    </dgm:pt>
    <dgm:pt modelId="{BD89E67B-915B-453A-97B0-42159FE0C71E}" type="pres">
      <dgm:prSet presAssocID="{EF9B3FA4-35BE-4ED2-A5E1-0A11AB2A461D}" presName="horz1" presStyleCnt="0"/>
      <dgm:spPr/>
    </dgm:pt>
    <dgm:pt modelId="{5A76C54C-AA2B-4102-A0E5-0CF0FCCBAFA5}" type="pres">
      <dgm:prSet presAssocID="{EF9B3FA4-35BE-4ED2-A5E1-0A11AB2A461D}" presName="tx1" presStyleLbl="revTx" presStyleIdx="1" presStyleCnt="5"/>
      <dgm:spPr/>
    </dgm:pt>
    <dgm:pt modelId="{4E68D0C7-22F0-4BD2-BA29-09A3B288469F}" type="pres">
      <dgm:prSet presAssocID="{EF9B3FA4-35BE-4ED2-A5E1-0A11AB2A461D}" presName="vert1" presStyleCnt="0"/>
      <dgm:spPr/>
    </dgm:pt>
    <dgm:pt modelId="{58083A33-C24C-435B-8956-388978E70B13}" type="pres">
      <dgm:prSet presAssocID="{8CC8DDBE-0AE2-4B69-BB64-7C3646ED8C0D}" presName="thickLine" presStyleLbl="alignNode1" presStyleIdx="2" presStyleCnt="5"/>
      <dgm:spPr/>
    </dgm:pt>
    <dgm:pt modelId="{FF85427D-0C55-4E2D-881E-EDE36A7D6B3F}" type="pres">
      <dgm:prSet presAssocID="{8CC8DDBE-0AE2-4B69-BB64-7C3646ED8C0D}" presName="horz1" presStyleCnt="0"/>
      <dgm:spPr/>
    </dgm:pt>
    <dgm:pt modelId="{B2D7B86C-6FEF-48F4-BADA-B1B7EFF11B82}" type="pres">
      <dgm:prSet presAssocID="{8CC8DDBE-0AE2-4B69-BB64-7C3646ED8C0D}" presName="tx1" presStyleLbl="revTx" presStyleIdx="2" presStyleCnt="5"/>
      <dgm:spPr/>
    </dgm:pt>
    <dgm:pt modelId="{B027D0F6-3D56-44DF-90F3-21E0B7FC97C8}" type="pres">
      <dgm:prSet presAssocID="{8CC8DDBE-0AE2-4B69-BB64-7C3646ED8C0D}" presName="vert1" presStyleCnt="0"/>
      <dgm:spPr/>
    </dgm:pt>
    <dgm:pt modelId="{E7CF50F6-258A-498A-93B1-3E3623D665FA}" type="pres">
      <dgm:prSet presAssocID="{A2A09BC2-A3AE-49C7-AF9C-2563FAE5C720}" presName="thickLine" presStyleLbl="alignNode1" presStyleIdx="3" presStyleCnt="5"/>
      <dgm:spPr/>
    </dgm:pt>
    <dgm:pt modelId="{6DEBAFCE-5DF0-4139-9122-A296DFB2586D}" type="pres">
      <dgm:prSet presAssocID="{A2A09BC2-A3AE-49C7-AF9C-2563FAE5C720}" presName="horz1" presStyleCnt="0"/>
      <dgm:spPr/>
    </dgm:pt>
    <dgm:pt modelId="{654685C7-CF0D-4922-8BAE-D45C14B27033}" type="pres">
      <dgm:prSet presAssocID="{A2A09BC2-A3AE-49C7-AF9C-2563FAE5C720}" presName="tx1" presStyleLbl="revTx" presStyleIdx="3" presStyleCnt="5"/>
      <dgm:spPr/>
    </dgm:pt>
    <dgm:pt modelId="{2FADE864-FFC2-4047-A226-978F485F8266}" type="pres">
      <dgm:prSet presAssocID="{A2A09BC2-A3AE-49C7-AF9C-2563FAE5C720}" presName="vert1" presStyleCnt="0"/>
      <dgm:spPr/>
    </dgm:pt>
    <dgm:pt modelId="{FBD13667-5793-46C3-B8F0-70D8A27B3881}" type="pres">
      <dgm:prSet presAssocID="{2D95A12B-6AAF-47A6-B6CF-B8C5FE390072}" presName="thickLine" presStyleLbl="alignNode1" presStyleIdx="4" presStyleCnt="5"/>
      <dgm:spPr/>
    </dgm:pt>
    <dgm:pt modelId="{CBCAEB22-8E2E-4304-BBE4-4643AF1941DA}" type="pres">
      <dgm:prSet presAssocID="{2D95A12B-6AAF-47A6-B6CF-B8C5FE390072}" presName="horz1" presStyleCnt="0"/>
      <dgm:spPr/>
    </dgm:pt>
    <dgm:pt modelId="{D1A8453C-4167-4BA8-B72B-AF6807AF7791}" type="pres">
      <dgm:prSet presAssocID="{2D95A12B-6AAF-47A6-B6CF-B8C5FE390072}" presName="tx1" presStyleLbl="revTx" presStyleIdx="4" presStyleCnt="5"/>
      <dgm:spPr/>
    </dgm:pt>
    <dgm:pt modelId="{46465E2A-6049-4883-AB2B-6500AC9B55E0}" type="pres">
      <dgm:prSet presAssocID="{2D95A12B-6AAF-47A6-B6CF-B8C5FE390072}" presName="vert1" presStyleCnt="0"/>
      <dgm:spPr/>
    </dgm:pt>
  </dgm:ptLst>
  <dgm:cxnLst>
    <dgm:cxn modelId="{58EA793C-46C8-4465-A139-C5EB92693745}" type="presOf" srcId="{2D95A12B-6AAF-47A6-B6CF-B8C5FE390072}" destId="{D1A8453C-4167-4BA8-B72B-AF6807AF7791}" srcOrd="0" destOrd="0" presId="urn:microsoft.com/office/officeart/2008/layout/LinedList"/>
    <dgm:cxn modelId="{58F16342-AE33-4B05-9CD9-5C49D7E7E686}" type="presOf" srcId="{EF9B3FA4-35BE-4ED2-A5E1-0A11AB2A461D}" destId="{5A76C54C-AA2B-4102-A0E5-0CF0FCCBAFA5}" srcOrd="0" destOrd="0" presId="urn:microsoft.com/office/officeart/2008/layout/LinedList"/>
    <dgm:cxn modelId="{BB8C0B4A-AFB7-4F7D-968F-AC85EF36AFD5}" srcId="{B92964AD-AA9D-4846-AE08-A3F87CF3113D}" destId="{B2E3EF21-EF76-494B-992D-AC297FC99C4C}" srcOrd="0" destOrd="0" parTransId="{6C17D5D2-6380-42F2-9374-7866B0C0DF30}" sibTransId="{25ACF544-342A-48F0-93C9-F1CCC47BF8A7}"/>
    <dgm:cxn modelId="{CA8EEB59-DA02-4231-B224-4D4BC1E72F0E}" srcId="{B92964AD-AA9D-4846-AE08-A3F87CF3113D}" destId="{8CC8DDBE-0AE2-4B69-BB64-7C3646ED8C0D}" srcOrd="2" destOrd="0" parTransId="{729389BD-40FE-490C-B286-FD5111488F0D}" sibTransId="{8E9B567E-5C38-41F4-8F88-FA3624C15099}"/>
    <dgm:cxn modelId="{42D95A7B-045E-408D-8CCF-69B7D1468305}" type="presOf" srcId="{8CC8DDBE-0AE2-4B69-BB64-7C3646ED8C0D}" destId="{B2D7B86C-6FEF-48F4-BADA-B1B7EFF11B82}" srcOrd="0" destOrd="0" presId="urn:microsoft.com/office/officeart/2008/layout/LinedList"/>
    <dgm:cxn modelId="{65969594-5982-4959-AD53-4455D9495197}" srcId="{B92964AD-AA9D-4846-AE08-A3F87CF3113D}" destId="{A2A09BC2-A3AE-49C7-AF9C-2563FAE5C720}" srcOrd="3" destOrd="0" parTransId="{EA90D512-6264-4FB4-B6D6-FB4A605CC971}" sibTransId="{2B8B43A7-BCE7-483F-BEE7-AEAABCAB12C2}"/>
    <dgm:cxn modelId="{D6001B99-68CA-456C-ABAC-B7DBC0BD9413}" type="presOf" srcId="{B92964AD-AA9D-4846-AE08-A3F87CF3113D}" destId="{2F382D43-6166-4E78-973E-AB0E26BA9228}" srcOrd="0" destOrd="0" presId="urn:microsoft.com/office/officeart/2008/layout/LinedList"/>
    <dgm:cxn modelId="{A8E633C1-734D-4838-801A-204A99DBE4CE}" srcId="{B92964AD-AA9D-4846-AE08-A3F87CF3113D}" destId="{EF9B3FA4-35BE-4ED2-A5E1-0A11AB2A461D}" srcOrd="1" destOrd="0" parTransId="{AD9DAFF7-6FB3-4DCA-AF72-1E47F7DF8506}" sibTransId="{07E644AF-FE8B-45DC-9D7C-47D7D8565093}"/>
    <dgm:cxn modelId="{9EE23AF2-0863-4AAA-9E9F-CDF04C2A5F8D}" srcId="{B92964AD-AA9D-4846-AE08-A3F87CF3113D}" destId="{2D95A12B-6AAF-47A6-B6CF-B8C5FE390072}" srcOrd="4" destOrd="0" parTransId="{739B4037-8495-4502-93E5-E47E46DA68A8}" sibTransId="{3ABB111D-C6BF-42FA-834A-9494ED9B6FEA}"/>
    <dgm:cxn modelId="{7316E7F8-0CF9-4D35-B6E0-762DE8BD2886}" type="presOf" srcId="{B2E3EF21-EF76-494B-992D-AC297FC99C4C}" destId="{5127BF68-52EC-48C4-9A18-FB0709A0B305}" srcOrd="0" destOrd="0" presId="urn:microsoft.com/office/officeart/2008/layout/LinedList"/>
    <dgm:cxn modelId="{BE03F5FA-D5B2-453E-86C2-ADDDD35F70C0}" type="presOf" srcId="{A2A09BC2-A3AE-49C7-AF9C-2563FAE5C720}" destId="{654685C7-CF0D-4922-8BAE-D45C14B27033}" srcOrd="0" destOrd="0" presId="urn:microsoft.com/office/officeart/2008/layout/LinedList"/>
    <dgm:cxn modelId="{DDCE53BF-A429-4ACD-86A4-CEE80266663F}" type="presParOf" srcId="{2F382D43-6166-4E78-973E-AB0E26BA9228}" destId="{67015240-2DD7-4559-B1EC-A0851B9A758D}" srcOrd="0" destOrd="0" presId="urn:microsoft.com/office/officeart/2008/layout/LinedList"/>
    <dgm:cxn modelId="{C1A2774E-2A79-42E9-ACFC-7C4FB9E0A3F1}" type="presParOf" srcId="{2F382D43-6166-4E78-973E-AB0E26BA9228}" destId="{9CB187A4-0794-49AA-BC56-89EE2CC5437E}" srcOrd="1" destOrd="0" presId="urn:microsoft.com/office/officeart/2008/layout/LinedList"/>
    <dgm:cxn modelId="{48FE714A-9817-4296-948C-F4C0B3F31BD8}" type="presParOf" srcId="{9CB187A4-0794-49AA-BC56-89EE2CC5437E}" destId="{5127BF68-52EC-48C4-9A18-FB0709A0B305}" srcOrd="0" destOrd="0" presId="urn:microsoft.com/office/officeart/2008/layout/LinedList"/>
    <dgm:cxn modelId="{24BE4F5D-48E2-4AE0-8AA3-600C37553818}" type="presParOf" srcId="{9CB187A4-0794-49AA-BC56-89EE2CC5437E}" destId="{210FC321-08AF-46B1-80B3-0D5212A757AC}" srcOrd="1" destOrd="0" presId="urn:microsoft.com/office/officeart/2008/layout/LinedList"/>
    <dgm:cxn modelId="{5BC65991-229D-483B-A1E1-E9F818B9456E}" type="presParOf" srcId="{2F382D43-6166-4E78-973E-AB0E26BA9228}" destId="{5191BD88-488C-4220-9523-FEB25E4C1921}" srcOrd="2" destOrd="0" presId="urn:microsoft.com/office/officeart/2008/layout/LinedList"/>
    <dgm:cxn modelId="{F85B406D-9239-441A-AE58-C7B4057B6CD3}" type="presParOf" srcId="{2F382D43-6166-4E78-973E-AB0E26BA9228}" destId="{BD89E67B-915B-453A-97B0-42159FE0C71E}" srcOrd="3" destOrd="0" presId="urn:microsoft.com/office/officeart/2008/layout/LinedList"/>
    <dgm:cxn modelId="{24293F5E-56F1-47F7-BA9F-694F69CC40A1}" type="presParOf" srcId="{BD89E67B-915B-453A-97B0-42159FE0C71E}" destId="{5A76C54C-AA2B-4102-A0E5-0CF0FCCBAFA5}" srcOrd="0" destOrd="0" presId="urn:microsoft.com/office/officeart/2008/layout/LinedList"/>
    <dgm:cxn modelId="{B6A5B949-336E-40CA-8770-BC972D0D2BF6}" type="presParOf" srcId="{BD89E67B-915B-453A-97B0-42159FE0C71E}" destId="{4E68D0C7-22F0-4BD2-BA29-09A3B288469F}" srcOrd="1" destOrd="0" presId="urn:microsoft.com/office/officeart/2008/layout/LinedList"/>
    <dgm:cxn modelId="{9D9037C9-7E5C-4C6D-BB2B-CF8A7B7F5B90}" type="presParOf" srcId="{2F382D43-6166-4E78-973E-AB0E26BA9228}" destId="{58083A33-C24C-435B-8956-388978E70B13}" srcOrd="4" destOrd="0" presId="urn:microsoft.com/office/officeart/2008/layout/LinedList"/>
    <dgm:cxn modelId="{6331996F-3B14-4419-875F-36E69C7083BA}" type="presParOf" srcId="{2F382D43-6166-4E78-973E-AB0E26BA9228}" destId="{FF85427D-0C55-4E2D-881E-EDE36A7D6B3F}" srcOrd="5" destOrd="0" presId="urn:microsoft.com/office/officeart/2008/layout/LinedList"/>
    <dgm:cxn modelId="{C6D9264C-4A94-4395-A7DA-F8292797E1FC}" type="presParOf" srcId="{FF85427D-0C55-4E2D-881E-EDE36A7D6B3F}" destId="{B2D7B86C-6FEF-48F4-BADA-B1B7EFF11B82}" srcOrd="0" destOrd="0" presId="urn:microsoft.com/office/officeart/2008/layout/LinedList"/>
    <dgm:cxn modelId="{22223CA3-A6CB-497F-9EB5-BEDBBA72F1F5}" type="presParOf" srcId="{FF85427D-0C55-4E2D-881E-EDE36A7D6B3F}" destId="{B027D0F6-3D56-44DF-90F3-21E0B7FC97C8}" srcOrd="1" destOrd="0" presId="urn:microsoft.com/office/officeart/2008/layout/LinedList"/>
    <dgm:cxn modelId="{69831EDB-0178-4BD9-B32E-A661FE8ADF67}" type="presParOf" srcId="{2F382D43-6166-4E78-973E-AB0E26BA9228}" destId="{E7CF50F6-258A-498A-93B1-3E3623D665FA}" srcOrd="6" destOrd="0" presId="urn:microsoft.com/office/officeart/2008/layout/LinedList"/>
    <dgm:cxn modelId="{D7B416AB-24DB-4340-891B-501B70C189FF}" type="presParOf" srcId="{2F382D43-6166-4E78-973E-AB0E26BA9228}" destId="{6DEBAFCE-5DF0-4139-9122-A296DFB2586D}" srcOrd="7" destOrd="0" presId="urn:microsoft.com/office/officeart/2008/layout/LinedList"/>
    <dgm:cxn modelId="{624FE26B-C698-4050-9A93-E2DBDB5F586A}" type="presParOf" srcId="{6DEBAFCE-5DF0-4139-9122-A296DFB2586D}" destId="{654685C7-CF0D-4922-8BAE-D45C14B27033}" srcOrd="0" destOrd="0" presId="urn:microsoft.com/office/officeart/2008/layout/LinedList"/>
    <dgm:cxn modelId="{0F9217F4-137F-459B-AC95-985FB5A1733F}" type="presParOf" srcId="{6DEBAFCE-5DF0-4139-9122-A296DFB2586D}" destId="{2FADE864-FFC2-4047-A226-978F485F8266}" srcOrd="1" destOrd="0" presId="urn:microsoft.com/office/officeart/2008/layout/LinedList"/>
    <dgm:cxn modelId="{7AF5DFF2-89C7-40A9-9651-08E60C773BA8}" type="presParOf" srcId="{2F382D43-6166-4E78-973E-AB0E26BA9228}" destId="{FBD13667-5793-46C3-B8F0-70D8A27B3881}" srcOrd="8" destOrd="0" presId="urn:microsoft.com/office/officeart/2008/layout/LinedList"/>
    <dgm:cxn modelId="{4CDB2BBD-7FB1-4605-B710-D2E16B3F93A0}" type="presParOf" srcId="{2F382D43-6166-4E78-973E-AB0E26BA9228}" destId="{CBCAEB22-8E2E-4304-BBE4-4643AF1941DA}" srcOrd="9" destOrd="0" presId="urn:microsoft.com/office/officeart/2008/layout/LinedList"/>
    <dgm:cxn modelId="{715EC2F3-DCDD-4B4D-818D-4728022EAC51}" type="presParOf" srcId="{CBCAEB22-8E2E-4304-BBE4-4643AF1941DA}" destId="{D1A8453C-4167-4BA8-B72B-AF6807AF7791}" srcOrd="0" destOrd="0" presId="urn:microsoft.com/office/officeart/2008/layout/LinedList"/>
    <dgm:cxn modelId="{3AAAFB1C-945E-4F05-AA17-EA3D01B685C7}" type="presParOf" srcId="{CBCAEB22-8E2E-4304-BBE4-4643AF1941DA}" destId="{46465E2A-6049-4883-AB2B-6500AC9B55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92964AD-AA9D-4846-AE08-A3F87CF3113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E3EF21-EF76-494B-992D-AC297FC99C4C}">
      <dgm:prSet custT="1"/>
      <dgm:spPr/>
      <dgm:t>
        <a:bodyPr/>
        <a:lstStyle/>
        <a:p>
          <a:pPr algn="ctr"/>
          <a:r>
            <a:rPr lang="en-US" sz="1800" dirty="0" err="1"/>
            <a:t>Valori</a:t>
          </a:r>
          <a:r>
            <a:rPr lang="en-US" sz="1800" dirty="0"/>
            <a:t> </a:t>
          </a:r>
          <a:r>
            <a:rPr lang="en-US" sz="1800" dirty="0" err="1"/>
            <a:t>minimi</a:t>
          </a:r>
          <a:r>
            <a:rPr lang="en-US" sz="1800" dirty="0"/>
            <a:t> per il </a:t>
          </a:r>
          <a:r>
            <a:rPr lang="en-US" sz="1800" dirty="0" err="1"/>
            <a:t>livello</a:t>
          </a:r>
          <a:r>
            <a:rPr lang="en-US" sz="1800" dirty="0"/>
            <a:t> 5</a:t>
          </a:r>
        </a:p>
      </dgm:t>
    </dgm:pt>
    <dgm:pt modelId="{6C17D5D2-6380-42F2-9374-7866B0C0DF30}" type="parTrans" cxnId="{BB8C0B4A-AFB7-4F7D-968F-AC85EF36AFD5}">
      <dgm:prSet/>
      <dgm:spPr/>
      <dgm:t>
        <a:bodyPr/>
        <a:lstStyle/>
        <a:p>
          <a:pPr algn="ctr"/>
          <a:endParaRPr lang="en-US" sz="1800"/>
        </a:p>
      </dgm:t>
    </dgm:pt>
    <dgm:pt modelId="{25ACF544-342A-48F0-93C9-F1CCC47BF8A7}" type="sibTrans" cxnId="{BB8C0B4A-AFB7-4F7D-968F-AC85EF36AFD5}">
      <dgm:prSet/>
      <dgm:spPr/>
      <dgm:t>
        <a:bodyPr/>
        <a:lstStyle/>
        <a:p>
          <a:pPr algn="ctr"/>
          <a:endParaRPr lang="en-US" sz="1800"/>
        </a:p>
      </dgm:t>
    </dgm:pt>
    <dgm:pt modelId="{EF9B3FA4-35BE-4ED2-A5E1-0A11AB2A461D}">
      <dgm:prSet custT="1"/>
      <dgm:spPr/>
      <dgm:t>
        <a:bodyPr/>
        <a:lstStyle/>
        <a:p>
          <a:pPr algn="ctr"/>
          <a:r>
            <a:rPr lang="en-US" sz="1800" dirty="0"/>
            <a:t>Media e </a:t>
          </a:r>
          <a:r>
            <a:rPr lang="en-US" sz="1800" dirty="0" err="1"/>
            <a:t>mediana</a:t>
          </a:r>
          <a:r>
            <a:rPr lang="en-US" sz="1800" dirty="0"/>
            <a:t> del </a:t>
          </a:r>
          <a:r>
            <a:rPr lang="en-US" sz="1800" dirty="0" err="1"/>
            <a:t>livello</a:t>
          </a:r>
          <a:r>
            <a:rPr lang="en-US" sz="1800" dirty="0"/>
            <a:t> 1 </a:t>
          </a:r>
          <a:r>
            <a:rPr lang="en-US" sz="1800" dirty="0" err="1"/>
            <a:t>coincidono</a:t>
          </a:r>
          <a:r>
            <a:rPr lang="en-US" sz="1800" dirty="0"/>
            <a:t> circa con la media </a:t>
          </a:r>
          <a:r>
            <a:rPr lang="en-US" sz="1800" dirty="0" err="1"/>
            <a:t>totale</a:t>
          </a:r>
          <a:endParaRPr lang="en-US" sz="1800" dirty="0"/>
        </a:p>
      </dgm:t>
    </dgm:pt>
    <dgm:pt modelId="{AD9DAFF7-6FB3-4DCA-AF72-1E47F7DF8506}" type="parTrans" cxnId="{A8E633C1-734D-4838-801A-204A99DBE4CE}">
      <dgm:prSet/>
      <dgm:spPr/>
      <dgm:t>
        <a:bodyPr/>
        <a:lstStyle/>
        <a:p>
          <a:pPr algn="ctr"/>
          <a:endParaRPr lang="en-US" sz="1800"/>
        </a:p>
      </dgm:t>
    </dgm:pt>
    <dgm:pt modelId="{07E644AF-FE8B-45DC-9D7C-47D7D8565093}" type="sibTrans" cxnId="{A8E633C1-734D-4838-801A-204A99DBE4CE}">
      <dgm:prSet/>
      <dgm:spPr/>
      <dgm:t>
        <a:bodyPr/>
        <a:lstStyle/>
        <a:p>
          <a:pPr algn="ctr"/>
          <a:endParaRPr lang="en-US" sz="1800"/>
        </a:p>
      </dgm:t>
    </dgm:pt>
    <dgm:pt modelId="{8CC8DDBE-0AE2-4B69-BB64-7C3646ED8C0D}">
      <dgm:prSet custT="1"/>
      <dgm:spPr/>
      <dgm:t>
        <a:bodyPr/>
        <a:lstStyle/>
        <a:p>
          <a:pPr algn="ctr"/>
          <a:r>
            <a:rPr lang="en-US" sz="1800" dirty="0" err="1"/>
            <a:t>Scatola</a:t>
          </a:r>
          <a:r>
            <a:rPr lang="en-US" sz="1800" dirty="0"/>
            <a:t> </a:t>
          </a:r>
          <a:r>
            <a:rPr lang="en-US" sz="1800" dirty="0" err="1"/>
            <a:t>compatta</a:t>
          </a:r>
          <a:r>
            <a:rPr lang="en-US" sz="1800" dirty="0"/>
            <a:t> per </a:t>
          </a:r>
          <a:r>
            <a:rPr lang="en-US" sz="1800" dirty="0" err="1"/>
            <a:t>livello</a:t>
          </a:r>
          <a:r>
            <a:rPr lang="en-US" sz="1800" dirty="0"/>
            <a:t> 2, di poco sopra la media</a:t>
          </a:r>
        </a:p>
      </dgm:t>
    </dgm:pt>
    <dgm:pt modelId="{729389BD-40FE-490C-B286-FD5111488F0D}" type="parTrans" cxnId="{CA8EEB59-DA02-4231-B224-4D4BC1E72F0E}">
      <dgm:prSet/>
      <dgm:spPr/>
      <dgm:t>
        <a:bodyPr/>
        <a:lstStyle/>
        <a:p>
          <a:pPr algn="ctr"/>
          <a:endParaRPr lang="en-US" sz="1800"/>
        </a:p>
      </dgm:t>
    </dgm:pt>
    <dgm:pt modelId="{8E9B567E-5C38-41F4-8F88-FA3624C15099}" type="sibTrans" cxnId="{CA8EEB59-DA02-4231-B224-4D4BC1E72F0E}">
      <dgm:prSet/>
      <dgm:spPr/>
      <dgm:t>
        <a:bodyPr/>
        <a:lstStyle/>
        <a:p>
          <a:pPr algn="ctr"/>
          <a:endParaRPr lang="en-US" sz="1800"/>
        </a:p>
      </dgm:t>
    </dgm:pt>
    <dgm:pt modelId="{A2A09BC2-A3AE-49C7-AF9C-2563FAE5C720}">
      <dgm:prSet custT="1"/>
      <dgm:spPr/>
      <dgm:t>
        <a:bodyPr/>
        <a:lstStyle/>
        <a:p>
          <a:pPr algn="ctr"/>
          <a:r>
            <a:rPr lang="en-US" sz="1800" dirty="0" err="1"/>
            <a:t>Dispersione</a:t>
          </a:r>
          <a:r>
            <a:rPr lang="en-US" sz="1800" dirty="0"/>
            <a:t> </a:t>
          </a:r>
          <a:r>
            <a:rPr lang="en-US" sz="1800" dirty="0" err="1"/>
            <a:t>elevata</a:t>
          </a:r>
          <a:r>
            <a:rPr lang="en-US" sz="1800" dirty="0"/>
            <a:t> per 3 e per 4</a:t>
          </a:r>
        </a:p>
      </dgm:t>
    </dgm:pt>
    <dgm:pt modelId="{EA90D512-6264-4FB4-B6D6-FB4A605CC971}" type="parTrans" cxnId="{65969594-5982-4959-AD53-4455D9495197}">
      <dgm:prSet/>
      <dgm:spPr/>
      <dgm:t>
        <a:bodyPr/>
        <a:lstStyle/>
        <a:p>
          <a:pPr algn="ctr"/>
          <a:endParaRPr lang="en-US" sz="1800"/>
        </a:p>
      </dgm:t>
    </dgm:pt>
    <dgm:pt modelId="{2B8B43A7-BCE7-483F-BEE7-AEAABCAB12C2}" type="sibTrans" cxnId="{65969594-5982-4959-AD53-4455D9495197}">
      <dgm:prSet/>
      <dgm:spPr/>
      <dgm:t>
        <a:bodyPr/>
        <a:lstStyle/>
        <a:p>
          <a:pPr algn="ctr"/>
          <a:endParaRPr lang="en-US" sz="1800"/>
        </a:p>
      </dgm:t>
    </dgm:pt>
    <dgm:pt modelId="{2D95A12B-6AAF-47A6-B6CF-B8C5FE390072}">
      <dgm:prSet custT="1"/>
      <dgm:spPr/>
      <dgm:t>
        <a:bodyPr/>
        <a:lstStyle/>
        <a:p>
          <a:pPr algn="ctr"/>
          <a:r>
            <a:rPr lang="en-US" sz="1800" dirty="0"/>
            <a:t>Si </a:t>
          </a:r>
          <a:r>
            <a:rPr lang="en-US" sz="1800" dirty="0" err="1"/>
            <a:t>rilevano</a:t>
          </a:r>
          <a:r>
            <a:rPr lang="en-US" sz="1800" dirty="0"/>
            <a:t> </a:t>
          </a:r>
          <a:r>
            <a:rPr lang="en-US" sz="1800" dirty="0" err="1"/>
            <a:t>baffi</a:t>
          </a:r>
          <a:r>
            <a:rPr lang="en-US" sz="1800" dirty="0"/>
            <a:t> molto </a:t>
          </a:r>
          <a:r>
            <a:rPr lang="en-US" sz="1800" dirty="0" err="1"/>
            <a:t>lunghi</a:t>
          </a:r>
          <a:r>
            <a:rPr lang="en-US" sz="1800" dirty="0"/>
            <a:t> </a:t>
          </a:r>
          <a:r>
            <a:rPr lang="en-US" sz="1800" dirty="0" err="1"/>
            <a:t>nel</a:t>
          </a:r>
          <a:r>
            <a:rPr lang="en-US" sz="1800" dirty="0"/>
            <a:t> </a:t>
          </a:r>
          <a:r>
            <a:rPr lang="en-US" sz="1800" dirty="0" err="1"/>
            <a:t>livello</a:t>
          </a:r>
          <a:r>
            <a:rPr lang="en-US" sz="1800" dirty="0"/>
            <a:t> 3 </a:t>
          </a:r>
          <a:r>
            <a:rPr lang="en-US" sz="1800" dirty="0" err="1"/>
            <a:t>nei</a:t>
          </a:r>
          <a:r>
            <a:rPr lang="en-US" sz="1800" dirty="0"/>
            <a:t> boxplot </a:t>
          </a:r>
          <a:r>
            <a:rPr lang="en-US" sz="1800" dirty="0" err="1"/>
            <a:t>relativi</a:t>
          </a:r>
          <a:r>
            <a:rPr lang="en-US" sz="1800" dirty="0"/>
            <a:t> a length e weight</a:t>
          </a:r>
        </a:p>
      </dgm:t>
    </dgm:pt>
    <dgm:pt modelId="{739B4037-8495-4502-93E5-E47E46DA68A8}" type="parTrans" cxnId="{9EE23AF2-0863-4AAA-9E9F-CDF04C2A5F8D}">
      <dgm:prSet/>
      <dgm:spPr/>
      <dgm:t>
        <a:bodyPr/>
        <a:lstStyle/>
        <a:p>
          <a:pPr algn="ctr"/>
          <a:endParaRPr lang="en-US" sz="1800"/>
        </a:p>
      </dgm:t>
    </dgm:pt>
    <dgm:pt modelId="{3ABB111D-C6BF-42FA-834A-9494ED9B6FEA}" type="sibTrans" cxnId="{9EE23AF2-0863-4AAA-9E9F-CDF04C2A5F8D}">
      <dgm:prSet/>
      <dgm:spPr/>
      <dgm:t>
        <a:bodyPr/>
        <a:lstStyle/>
        <a:p>
          <a:pPr algn="ctr"/>
          <a:endParaRPr lang="en-US" sz="1800"/>
        </a:p>
      </dgm:t>
    </dgm:pt>
    <dgm:pt modelId="{2F382D43-6166-4E78-973E-AB0E26BA9228}" type="pres">
      <dgm:prSet presAssocID="{B92964AD-AA9D-4846-AE08-A3F87CF3113D}" presName="vert0" presStyleCnt="0">
        <dgm:presLayoutVars>
          <dgm:dir/>
          <dgm:animOne val="branch"/>
          <dgm:animLvl val="lvl"/>
        </dgm:presLayoutVars>
      </dgm:prSet>
      <dgm:spPr/>
    </dgm:pt>
    <dgm:pt modelId="{67015240-2DD7-4559-B1EC-A0851B9A758D}" type="pres">
      <dgm:prSet presAssocID="{B2E3EF21-EF76-494B-992D-AC297FC99C4C}" presName="thickLine" presStyleLbl="alignNode1" presStyleIdx="0" presStyleCnt="5"/>
      <dgm:spPr/>
    </dgm:pt>
    <dgm:pt modelId="{9CB187A4-0794-49AA-BC56-89EE2CC5437E}" type="pres">
      <dgm:prSet presAssocID="{B2E3EF21-EF76-494B-992D-AC297FC99C4C}" presName="horz1" presStyleCnt="0"/>
      <dgm:spPr/>
    </dgm:pt>
    <dgm:pt modelId="{5127BF68-52EC-48C4-9A18-FB0709A0B305}" type="pres">
      <dgm:prSet presAssocID="{B2E3EF21-EF76-494B-992D-AC297FC99C4C}" presName="tx1" presStyleLbl="revTx" presStyleIdx="0" presStyleCnt="5"/>
      <dgm:spPr/>
    </dgm:pt>
    <dgm:pt modelId="{210FC321-08AF-46B1-80B3-0D5212A757AC}" type="pres">
      <dgm:prSet presAssocID="{B2E3EF21-EF76-494B-992D-AC297FC99C4C}" presName="vert1" presStyleCnt="0"/>
      <dgm:spPr/>
    </dgm:pt>
    <dgm:pt modelId="{5191BD88-488C-4220-9523-FEB25E4C1921}" type="pres">
      <dgm:prSet presAssocID="{EF9B3FA4-35BE-4ED2-A5E1-0A11AB2A461D}" presName="thickLine" presStyleLbl="alignNode1" presStyleIdx="1" presStyleCnt="5"/>
      <dgm:spPr/>
    </dgm:pt>
    <dgm:pt modelId="{BD89E67B-915B-453A-97B0-42159FE0C71E}" type="pres">
      <dgm:prSet presAssocID="{EF9B3FA4-35BE-4ED2-A5E1-0A11AB2A461D}" presName="horz1" presStyleCnt="0"/>
      <dgm:spPr/>
    </dgm:pt>
    <dgm:pt modelId="{5A76C54C-AA2B-4102-A0E5-0CF0FCCBAFA5}" type="pres">
      <dgm:prSet presAssocID="{EF9B3FA4-35BE-4ED2-A5E1-0A11AB2A461D}" presName="tx1" presStyleLbl="revTx" presStyleIdx="1" presStyleCnt="5"/>
      <dgm:spPr/>
    </dgm:pt>
    <dgm:pt modelId="{4E68D0C7-22F0-4BD2-BA29-09A3B288469F}" type="pres">
      <dgm:prSet presAssocID="{EF9B3FA4-35BE-4ED2-A5E1-0A11AB2A461D}" presName="vert1" presStyleCnt="0"/>
      <dgm:spPr/>
    </dgm:pt>
    <dgm:pt modelId="{58083A33-C24C-435B-8956-388978E70B13}" type="pres">
      <dgm:prSet presAssocID="{8CC8DDBE-0AE2-4B69-BB64-7C3646ED8C0D}" presName="thickLine" presStyleLbl="alignNode1" presStyleIdx="2" presStyleCnt="5"/>
      <dgm:spPr/>
    </dgm:pt>
    <dgm:pt modelId="{FF85427D-0C55-4E2D-881E-EDE36A7D6B3F}" type="pres">
      <dgm:prSet presAssocID="{8CC8DDBE-0AE2-4B69-BB64-7C3646ED8C0D}" presName="horz1" presStyleCnt="0"/>
      <dgm:spPr/>
    </dgm:pt>
    <dgm:pt modelId="{B2D7B86C-6FEF-48F4-BADA-B1B7EFF11B82}" type="pres">
      <dgm:prSet presAssocID="{8CC8DDBE-0AE2-4B69-BB64-7C3646ED8C0D}" presName="tx1" presStyleLbl="revTx" presStyleIdx="2" presStyleCnt="5"/>
      <dgm:spPr/>
    </dgm:pt>
    <dgm:pt modelId="{B027D0F6-3D56-44DF-90F3-21E0B7FC97C8}" type="pres">
      <dgm:prSet presAssocID="{8CC8DDBE-0AE2-4B69-BB64-7C3646ED8C0D}" presName="vert1" presStyleCnt="0"/>
      <dgm:spPr/>
    </dgm:pt>
    <dgm:pt modelId="{E7CF50F6-258A-498A-93B1-3E3623D665FA}" type="pres">
      <dgm:prSet presAssocID="{A2A09BC2-A3AE-49C7-AF9C-2563FAE5C720}" presName="thickLine" presStyleLbl="alignNode1" presStyleIdx="3" presStyleCnt="5"/>
      <dgm:spPr/>
    </dgm:pt>
    <dgm:pt modelId="{6DEBAFCE-5DF0-4139-9122-A296DFB2586D}" type="pres">
      <dgm:prSet presAssocID="{A2A09BC2-A3AE-49C7-AF9C-2563FAE5C720}" presName="horz1" presStyleCnt="0"/>
      <dgm:spPr/>
    </dgm:pt>
    <dgm:pt modelId="{654685C7-CF0D-4922-8BAE-D45C14B27033}" type="pres">
      <dgm:prSet presAssocID="{A2A09BC2-A3AE-49C7-AF9C-2563FAE5C720}" presName="tx1" presStyleLbl="revTx" presStyleIdx="3" presStyleCnt="5"/>
      <dgm:spPr/>
    </dgm:pt>
    <dgm:pt modelId="{2FADE864-FFC2-4047-A226-978F485F8266}" type="pres">
      <dgm:prSet presAssocID="{A2A09BC2-A3AE-49C7-AF9C-2563FAE5C720}" presName="vert1" presStyleCnt="0"/>
      <dgm:spPr/>
    </dgm:pt>
    <dgm:pt modelId="{FBD13667-5793-46C3-B8F0-70D8A27B3881}" type="pres">
      <dgm:prSet presAssocID="{2D95A12B-6AAF-47A6-B6CF-B8C5FE390072}" presName="thickLine" presStyleLbl="alignNode1" presStyleIdx="4" presStyleCnt="5"/>
      <dgm:spPr/>
    </dgm:pt>
    <dgm:pt modelId="{CBCAEB22-8E2E-4304-BBE4-4643AF1941DA}" type="pres">
      <dgm:prSet presAssocID="{2D95A12B-6AAF-47A6-B6CF-B8C5FE390072}" presName="horz1" presStyleCnt="0"/>
      <dgm:spPr/>
    </dgm:pt>
    <dgm:pt modelId="{D1A8453C-4167-4BA8-B72B-AF6807AF7791}" type="pres">
      <dgm:prSet presAssocID="{2D95A12B-6AAF-47A6-B6CF-B8C5FE390072}" presName="tx1" presStyleLbl="revTx" presStyleIdx="4" presStyleCnt="5"/>
      <dgm:spPr/>
    </dgm:pt>
    <dgm:pt modelId="{46465E2A-6049-4883-AB2B-6500AC9B55E0}" type="pres">
      <dgm:prSet presAssocID="{2D95A12B-6AAF-47A6-B6CF-B8C5FE390072}" presName="vert1" presStyleCnt="0"/>
      <dgm:spPr/>
    </dgm:pt>
  </dgm:ptLst>
  <dgm:cxnLst>
    <dgm:cxn modelId="{58EA793C-46C8-4465-A139-C5EB92693745}" type="presOf" srcId="{2D95A12B-6AAF-47A6-B6CF-B8C5FE390072}" destId="{D1A8453C-4167-4BA8-B72B-AF6807AF7791}" srcOrd="0" destOrd="0" presId="urn:microsoft.com/office/officeart/2008/layout/LinedList"/>
    <dgm:cxn modelId="{58F16342-AE33-4B05-9CD9-5C49D7E7E686}" type="presOf" srcId="{EF9B3FA4-35BE-4ED2-A5E1-0A11AB2A461D}" destId="{5A76C54C-AA2B-4102-A0E5-0CF0FCCBAFA5}" srcOrd="0" destOrd="0" presId="urn:microsoft.com/office/officeart/2008/layout/LinedList"/>
    <dgm:cxn modelId="{BB8C0B4A-AFB7-4F7D-968F-AC85EF36AFD5}" srcId="{B92964AD-AA9D-4846-AE08-A3F87CF3113D}" destId="{B2E3EF21-EF76-494B-992D-AC297FC99C4C}" srcOrd="0" destOrd="0" parTransId="{6C17D5D2-6380-42F2-9374-7866B0C0DF30}" sibTransId="{25ACF544-342A-48F0-93C9-F1CCC47BF8A7}"/>
    <dgm:cxn modelId="{CA8EEB59-DA02-4231-B224-4D4BC1E72F0E}" srcId="{B92964AD-AA9D-4846-AE08-A3F87CF3113D}" destId="{8CC8DDBE-0AE2-4B69-BB64-7C3646ED8C0D}" srcOrd="2" destOrd="0" parTransId="{729389BD-40FE-490C-B286-FD5111488F0D}" sibTransId="{8E9B567E-5C38-41F4-8F88-FA3624C15099}"/>
    <dgm:cxn modelId="{42D95A7B-045E-408D-8CCF-69B7D1468305}" type="presOf" srcId="{8CC8DDBE-0AE2-4B69-BB64-7C3646ED8C0D}" destId="{B2D7B86C-6FEF-48F4-BADA-B1B7EFF11B82}" srcOrd="0" destOrd="0" presId="urn:microsoft.com/office/officeart/2008/layout/LinedList"/>
    <dgm:cxn modelId="{65969594-5982-4959-AD53-4455D9495197}" srcId="{B92964AD-AA9D-4846-AE08-A3F87CF3113D}" destId="{A2A09BC2-A3AE-49C7-AF9C-2563FAE5C720}" srcOrd="3" destOrd="0" parTransId="{EA90D512-6264-4FB4-B6D6-FB4A605CC971}" sibTransId="{2B8B43A7-BCE7-483F-BEE7-AEAABCAB12C2}"/>
    <dgm:cxn modelId="{D6001B99-68CA-456C-ABAC-B7DBC0BD9413}" type="presOf" srcId="{B92964AD-AA9D-4846-AE08-A3F87CF3113D}" destId="{2F382D43-6166-4E78-973E-AB0E26BA9228}" srcOrd="0" destOrd="0" presId="urn:microsoft.com/office/officeart/2008/layout/LinedList"/>
    <dgm:cxn modelId="{A8E633C1-734D-4838-801A-204A99DBE4CE}" srcId="{B92964AD-AA9D-4846-AE08-A3F87CF3113D}" destId="{EF9B3FA4-35BE-4ED2-A5E1-0A11AB2A461D}" srcOrd="1" destOrd="0" parTransId="{AD9DAFF7-6FB3-4DCA-AF72-1E47F7DF8506}" sibTransId="{07E644AF-FE8B-45DC-9D7C-47D7D8565093}"/>
    <dgm:cxn modelId="{9EE23AF2-0863-4AAA-9E9F-CDF04C2A5F8D}" srcId="{B92964AD-AA9D-4846-AE08-A3F87CF3113D}" destId="{2D95A12B-6AAF-47A6-B6CF-B8C5FE390072}" srcOrd="4" destOrd="0" parTransId="{739B4037-8495-4502-93E5-E47E46DA68A8}" sibTransId="{3ABB111D-C6BF-42FA-834A-9494ED9B6FEA}"/>
    <dgm:cxn modelId="{7316E7F8-0CF9-4D35-B6E0-762DE8BD2886}" type="presOf" srcId="{B2E3EF21-EF76-494B-992D-AC297FC99C4C}" destId="{5127BF68-52EC-48C4-9A18-FB0709A0B305}" srcOrd="0" destOrd="0" presId="urn:microsoft.com/office/officeart/2008/layout/LinedList"/>
    <dgm:cxn modelId="{BE03F5FA-D5B2-453E-86C2-ADDDD35F70C0}" type="presOf" srcId="{A2A09BC2-A3AE-49C7-AF9C-2563FAE5C720}" destId="{654685C7-CF0D-4922-8BAE-D45C14B27033}" srcOrd="0" destOrd="0" presId="urn:microsoft.com/office/officeart/2008/layout/LinedList"/>
    <dgm:cxn modelId="{DDCE53BF-A429-4ACD-86A4-CEE80266663F}" type="presParOf" srcId="{2F382D43-6166-4E78-973E-AB0E26BA9228}" destId="{67015240-2DD7-4559-B1EC-A0851B9A758D}" srcOrd="0" destOrd="0" presId="urn:microsoft.com/office/officeart/2008/layout/LinedList"/>
    <dgm:cxn modelId="{C1A2774E-2A79-42E9-ACFC-7C4FB9E0A3F1}" type="presParOf" srcId="{2F382D43-6166-4E78-973E-AB0E26BA9228}" destId="{9CB187A4-0794-49AA-BC56-89EE2CC5437E}" srcOrd="1" destOrd="0" presId="urn:microsoft.com/office/officeart/2008/layout/LinedList"/>
    <dgm:cxn modelId="{48FE714A-9817-4296-948C-F4C0B3F31BD8}" type="presParOf" srcId="{9CB187A4-0794-49AA-BC56-89EE2CC5437E}" destId="{5127BF68-52EC-48C4-9A18-FB0709A0B305}" srcOrd="0" destOrd="0" presId="urn:microsoft.com/office/officeart/2008/layout/LinedList"/>
    <dgm:cxn modelId="{24BE4F5D-48E2-4AE0-8AA3-600C37553818}" type="presParOf" srcId="{9CB187A4-0794-49AA-BC56-89EE2CC5437E}" destId="{210FC321-08AF-46B1-80B3-0D5212A757AC}" srcOrd="1" destOrd="0" presId="urn:microsoft.com/office/officeart/2008/layout/LinedList"/>
    <dgm:cxn modelId="{5BC65991-229D-483B-A1E1-E9F818B9456E}" type="presParOf" srcId="{2F382D43-6166-4E78-973E-AB0E26BA9228}" destId="{5191BD88-488C-4220-9523-FEB25E4C1921}" srcOrd="2" destOrd="0" presId="urn:microsoft.com/office/officeart/2008/layout/LinedList"/>
    <dgm:cxn modelId="{F85B406D-9239-441A-AE58-C7B4057B6CD3}" type="presParOf" srcId="{2F382D43-6166-4E78-973E-AB0E26BA9228}" destId="{BD89E67B-915B-453A-97B0-42159FE0C71E}" srcOrd="3" destOrd="0" presId="urn:microsoft.com/office/officeart/2008/layout/LinedList"/>
    <dgm:cxn modelId="{24293F5E-56F1-47F7-BA9F-694F69CC40A1}" type="presParOf" srcId="{BD89E67B-915B-453A-97B0-42159FE0C71E}" destId="{5A76C54C-AA2B-4102-A0E5-0CF0FCCBAFA5}" srcOrd="0" destOrd="0" presId="urn:microsoft.com/office/officeart/2008/layout/LinedList"/>
    <dgm:cxn modelId="{B6A5B949-336E-40CA-8770-BC972D0D2BF6}" type="presParOf" srcId="{BD89E67B-915B-453A-97B0-42159FE0C71E}" destId="{4E68D0C7-22F0-4BD2-BA29-09A3B288469F}" srcOrd="1" destOrd="0" presId="urn:microsoft.com/office/officeart/2008/layout/LinedList"/>
    <dgm:cxn modelId="{9D9037C9-7E5C-4C6D-BB2B-CF8A7B7F5B90}" type="presParOf" srcId="{2F382D43-6166-4E78-973E-AB0E26BA9228}" destId="{58083A33-C24C-435B-8956-388978E70B13}" srcOrd="4" destOrd="0" presId="urn:microsoft.com/office/officeart/2008/layout/LinedList"/>
    <dgm:cxn modelId="{6331996F-3B14-4419-875F-36E69C7083BA}" type="presParOf" srcId="{2F382D43-6166-4E78-973E-AB0E26BA9228}" destId="{FF85427D-0C55-4E2D-881E-EDE36A7D6B3F}" srcOrd="5" destOrd="0" presId="urn:microsoft.com/office/officeart/2008/layout/LinedList"/>
    <dgm:cxn modelId="{C6D9264C-4A94-4395-A7DA-F8292797E1FC}" type="presParOf" srcId="{FF85427D-0C55-4E2D-881E-EDE36A7D6B3F}" destId="{B2D7B86C-6FEF-48F4-BADA-B1B7EFF11B82}" srcOrd="0" destOrd="0" presId="urn:microsoft.com/office/officeart/2008/layout/LinedList"/>
    <dgm:cxn modelId="{22223CA3-A6CB-497F-9EB5-BEDBBA72F1F5}" type="presParOf" srcId="{FF85427D-0C55-4E2D-881E-EDE36A7D6B3F}" destId="{B027D0F6-3D56-44DF-90F3-21E0B7FC97C8}" srcOrd="1" destOrd="0" presId="urn:microsoft.com/office/officeart/2008/layout/LinedList"/>
    <dgm:cxn modelId="{69831EDB-0178-4BD9-B32E-A661FE8ADF67}" type="presParOf" srcId="{2F382D43-6166-4E78-973E-AB0E26BA9228}" destId="{E7CF50F6-258A-498A-93B1-3E3623D665FA}" srcOrd="6" destOrd="0" presId="urn:microsoft.com/office/officeart/2008/layout/LinedList"/>
    <dgm:cxn modelId="{D7B416AB-24DB-4340-891B-501B70C189FF}" type="presParOf" srcId="{2F382D43-6166-4E78-973E-AB0E26BA9228}" destId="{6DEBAFCE-5DF0-4139-9122-A296DFB2586D}" srcOrd="7" destOrd="0" presId="urn:microsoft.com/office/officeart/2008/layout/LinedList"/>
    <dgm:cxn modelId="{624FE26B-C698-4050-9A93-E2DBDB5F586A}" type="presParOf" srcId="{6DEBAFCE-5DF0-4139-9122-A296DFB2586D}" destId="{654685C7-CF0D-4922-8BAE-D45C14B27033}" srcOrd="0" destOrd="0" presId="urn:microsoft.com/office/officeart/2008/layout/LinedList"/>
    <dgm:cxn modelId="{0F9217F4-137F-459B-AC95-985FB5A1733F}" type="presParOf" srcId="{6DEBAFCE-5DF0-4139-9122-A296DFB2586D}" destId="{2FADE864-FFC2-4047-A226-978F485F8266}" srcOrd="1" destOrd="0" presId="urn:microsoft.com/office/officeart/2008/layout/LinedList"/>
    <dgm:cxn modelId="{7AF5DFF2-89C7-40A9-9651-08E60C773BA8}" type="presParOf" srcId="{2F382D43-6166-4E78-973E-AB0E26BA9228}" destId="{FBD13667-5793-46C3-B8F0-70D8A27B3881}" srcOrd="8" destOrd="0" presId="urn:microsoft.com/office/officeart/2008/layout/LinedList"/>
    <dgm:cxn modelId="{4CDB2BBD-7FB1-4605-B710-D2E16B3F93A0}" type="presParOf" srcId="{2F382D43-6166-4E78-973E-AB0E26BA9228}" destId="{CBCAEB22-8E2E-4304-BBE4-4643AF1941DA}" srcOrd="9" destOrd="0" presId="urn:microsoft.com/office/officeart/2008/layout/LinedList"/>
    <dgm:cxn modelId="{715EC2F3-DCDD-4B4D-818D-4728022EAC51}" type="presParOf" srcId="{CBCAEB22-8E2E-4304-BBE4-4643AF1941DA}" destId="{D1A8453C-4167-4BA8-B72B-AF6807AF7791}" srcOrd="0" destOrd="0" presId="urn:microsoft.com/office/officeart/2008/layout/LinedList"/>
    <dgm:cxn modelId="{3AAAFB1C-945E-4F05-AA17-EA3D01B685C7}" type="presParOf" srcId="{CBCAEB22-8E2E-4304-BBE4-4643AF1941DA}" destId="{46465E2A-6049-4883-AB2B-6500AC9B55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4674E01-B267-4EBC-83D9-A1395ADE05B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C32041-A307-4494-A36F-3498292CBCEA}">
      <dgm:prSet custT="1"/>
      <dgm:spPr/>
      <dgm:t>
        <a:bodyPr/>
        <a:lstStyle/>
        <a:p>
          <a:pPr algn="ctr"/>
          <a:r>
            <a:rPr lang="en-US" sz="2000" dirty="0" err="1"/>
            <a:t>Valori</a:t>
          </a:r>
          <a:r>
            <a:rPr lang="en-US" sz="2000" dirty="0"/>
            <a:t> </a:t>
          </a:r>
          <a:r>
            <a:rPr lang="en-US" sz="2000" dirty="0" err="1"/>
            <a:t>minimi</a:t>
          </a:r>
          <a:r>
            <a:rPr lang="en-US" sz="2000" dirty="0"/>
            <a:t> per il </a:t>
          </a:r>
          <a:r>
            <a:rPr lang="en-US" sz="2000" dirty="0" err="1"/>
            <a:t>livello</a:t>
          </a:r>
          <a:r>
            <a:rPr lang="en-US" sz="2000" dirty="0"/>
            <a:t> 5</a:t>
          </a:r>
        </a:p>
      </dgm:t>
    </dgm:pt>
    <dgm:pt modelId="{2965857C-5EA8-4024-84DC-10E4A6AE1DF6}" type="parTrans" cxnId="{4F5E79E7-5CF0-410C-9A1A-6DD39F7BF29F}">
      <dgm:prSet/>
      <dgm:spPr/>
      <dgm:t>
        <a:bodyPr/>
        <a:lstStyle/>
        <a:p>
          <a:pPr algn="ctr"/>
          <a:endParaRPr lang="en-US" sz="2000"/>
        </a:p>
      </dgm:t>
    </dgm:pt>
    <dgm:pt modelId="{30C72D90-6EA2-4096-8115-CDA79F94FA56}" type="sibTrans" cxnId="{4F5E79E7-5CF0-410C-9A1A-6DD39F7BF29F}">
      <dgm:prSet/>
      <dgm:spPr/>
      <dgm:t>
        <a:bodyPr/>
        <a:lstStyle/>
        <a:p>
          <a:pPr algn="ctr"/>
          <a:endParaRPr lang="en-US" sz="2000"/>
        </a:p>
      </dgm:t>
    </dgm:pt>
    <dgm:pt modelId="{F675AF78-FD5A-4F58-B48D-00B6294A091B}">
      <dgm:prSet custT="1"/>
      <dgm:spPr/>
      <dgm:t>
        <a:bodyPr/>
        <a:lstStyle/>
        <a:p>
          <a:pPr algn="ctr"/>
          <a:r>
            <a:rPr lang="en-US" sz="2000" dirty="0" err="1"/>
            <a:t>Dispersione</a:t>
          </a:r>
          <a:r>
            <a:rPr lang="en-US" sz="2000" dirty="0"/>
            <a:t> per 2, 3, 4</a:t>
          </a:r>
        </a:p>
      </dgm:t>
    </dgm:pt>
    <dgm:pt modelId="{95AB1731-6CC8-4199-A19B-40217F4DF401}" type="parTrans" cxnId="{7D3C16A7-1DA5-4F22-A3AD-7B7AD9F004DC}">
      <dgm:prSet/>
      <dgm:spPr/>
      <dgm:t>
        <a:bodyPr/>
        <a:lstStyle/>
        <a:p>
          <a:pPr algn="ctr"/>
          <a:endParaRPr lang="en-US" sz="2000"/>
        </a:p>
      </dgm:t>
    </dgm:pt>
    <dgm:pt modelId="{61F3E850-1ECD-471E-911C-891F629E1861}" type="sibTrans" cxnId="{7D3C16A7-1DA5-4F22-A3AD-7B7AD9F004DC}">
      <dgm:prSet/>
      <dgm:spPr/>
      <dgm:t>
        <a:bodyPr/>
        <a:lstStyle/>
        <a:p>
          <a:pPr algn="ctr"/>
          <a:endParaRPr lang="en-US" sz="2000"/>
        </a:p>
      </dgm:t>
    </dgm:pt>
    <dgm:pt modelId="{49F1DF63-C318-4486-B3D9-02D6A8AD2704}">
      <dgm:prSet custT="1"/>
      <dgm:spPr/>
      <dgm:t>
        <a:bodyPr/>
        <a:lstStyle/>
        <a:p>
          <a:pPr algn="ctr"/>
          <a:r>
            <a:rPr lang="en-US" sz="2000" dirty="0"/>
            <a:t>Per il </a:t>
          </a:r>
          <a:r>
            <a:rPr lang="en-US" sz="2000" dirty="0" err="1"/>
            <a:t>livello</a:t>
          </a:r>
          <a:r>
            <a:rPr lang="en-US" sz="2000" dirty="0"/>
            <a:t> 1 </a:t>
          </a:r>
          <a:r>
            <a:rPr lang="en-US" sz="2000" dirty="0" err="1"/>
            <a:t>si</a:t>
          </a:r>
          <a:r>
            <a:rPr lang="en-US" sz="2000" dirty="0"/>
            <a:t> </a:t>
          </a:r>
          <a:r>
            <a:rPr lang="en-US" sz="2000" dirty="0" err="1"/>
            <a:t>hanno</a:t>
          </a:r>
          <a:r>
            <a:rPr lang="en-US" sz="2000" dirty="0"/>
            <a:t> </a:t>
          </a:r>
          <a:r>
            <a:rPr lang="en-US" sz="2000" dirty="0" err="1"/>
            <a:t>valori</a:t>
          </a:r>
          <a:r>
            <a:rPr lang="en-US" sz="2000" dirty="0"/>
            <a:t> </a:t>
          </a:r>
          <a:r>
            <a:rPr lang="en-US" sz="2000" dirty="0" err="1"/>
            <a:t>nella</a:t>
          </a:r>
          <a:r>
            <a:rPr lang="en-US" sz="2000" dirty="0"/>
            <a:t> media per il 78, </a:t>
          </a:r>
          <a:r>
            <a:rPr lang="en-US" sz="2000" dirty="0" err="1"/>
            <a:t>più</a:t>
          </a:r>
          <a:r>
            <a:rPr lang="en-US" sz="2000" dirty="0"/>
            <a:t> dispersive </a:t>
          </a:r>
          <a:r>
            <a:rPr lang="en-US" sz="2000" dirty="0" err="1"/>
            <a:t>nel</a:t>
          </a:r>
          <a:r>
            <a:rPr lang="en-US" sz="2000" dirty="0"/>
            <a:t> 77</a:t>
          </a:r>
        </a:p>
      </dgm:t>
    </dgm:pt>
    <dgm:pt modelId="{B7428CEC-2F3C-45CE-B894-39C244038A60}" type="parTrans" cxnId="{DBA9DD2F-6E8D-47BD-B845-9F579DB2FADD}">
      <dgm:prSet/>
      <dgm:spPr/>
      <dgm:t>
        <a:bodyPr/>
        <a:lstStyle/>
        <a:p>
          <a:pPr algn="ctr"/>
          <a:endParaRPr lang="en-US" sz="2000"/>
        </a:p>
      </dgm:t>
    </dgm:pt>
    <dgm:pt modelId="{7E1F1154-040F-43DA-96CF-DBABE3C2F018}" type="sibTrans" cxnId="{DBA9DD2F-6E8D-47BD-B845-9F579DB2FADD}">
      <dgm:prSet/>
      <dgm:spPr/>
      <dgm:t>
        <a:bodyPr/>
        <a:lstStyle/>
        <a:p>
          <a:pPr algn="ctr"/>
          <a:endParaRPr lang="en-US" sz="2000"/>
        </a:p>
      </dgm:t>
    </dgm:pt>
    <dgm:pt modelId="{403B837F-510C-4714-8053-1AE17B6873DA}" type="pres">
      <dgm:prSet presAssocID="{F4674E01-B267-4EBC-83D9-A1395ADE05B7}" presName="vert0" presStyleCnt="0">
        <dgm:presLayoutVars>
          <dgm:dir/>
          <dgm:animOne val="branch"/>
          <dgm:animLvl val="lvl"/>
        </dgm:presLayoutVars>
      </dgm:prSet>
      <dgm:spPr/>
    </dgm:pt>
    <dgm:pt modelId="{608846F9-001E-42C5-8AA4-32EE928085CD}" type="pres">
      <dgm:prSet presAssocID="{15C32041-A307-4494-A36F-3498292CBCEA}" presName="thickLine" presStyleLbl="alignNode1" presStyleIdx="0" presStyleCnt="3"/>
      <dgm:spPr/>
    </dgm:pt>
    <dgm:pt modelId="{5E763244-F7CC-41BA-8C61-97B2EC672D5C}" type="pres">
      <dgm:prSet presAssocID="{15C32041-A307-4494-A36F-3498292CBCEA}" presName="horz1" presStyleCnt="0"/>
      <dgm:spPr/>
    </dgm:pt>
    <dgm:pt modelId="{E5F33176-7FD6-4220-A12D-5E1372BAF42B}" type="pres">
      <dgm:prSet presAssocID="{15C32041-A307-4494-A36F-3498292CBCEA}" presName="tx1" presStyleLbl="revTx" presStyleIdx="0" presStyleCnt="3"/>
      <dgm:spPr/>
    </dgm:pt>
    <dgm:pt modelId="{CB30FC19-CB25-4691-8207-A27924BF592A}" type="pres">
      <dgm:prSet presAssocID="{15C32041-A307-4494-A36F-3498292CBCEA}" presName="vert1" presStyleCnt="0"/>
      <dgm:spPr/>
    </dgm:pt>
    <dgm:pt modelId="{B24F6995-DD44-4216-9BCD-EFDA3097681C}" type="pres">
      <dgm:prSet presAssocID="{F675AF78-FD5A-4F58-B48D-00B6294A091B}" presName="thickLine" presStyleLbl="alignNode1" presStyleIdx="1" presStyleCnt="3"/>
      <dgm:spPr/>
    </dgm:pt>
    <dgm:pt modelId="{64F92331-9600-4B5E-9B84-16ABEFA84CC4}" type="pres">
      <dgm:prSet presAssocID="{F675AF78-FD5A-4F58-B48D-00B6294A091B}" presName="horz1" presStyleCnt="0"/>
      <dgm:spPr/>
    </dgm:pt>
    <dgm:pt modelId="{A9EC6FF2-15B5-416A-B8B2-42554B07DCEF}" type="pres">
      <dgm:prSet presAssocID="{F675AF78-FD5A-4F58-B48D-00B6294A091B}" presName="tx1" presStyleLbl="revTx" presStyleIdx="1" presStyleCnt="3"/>
      <dgm:spPr/>
    </dgm:pt>
    <dgm:pt modelId="{3F7AEDD6-38E8-4D64-A368-876C1D0F0A73}" type="pres">
      <dgm:prSet presAssocID="{F675AF78-FD5A-4F58-B48D-00B6294A091B}" presName="vert1" presStyleCnt="0"/>
      <dgm:spPr/>
    </dgm:pt>
    <dgm:pt modelId="{19AC0037-34A7-46D8-9A6A-A1418A80C36D}" type="pres">
      <dgm:prSet presAssocID="{49F1DF63-C318-4486-B3D9-02D6A8AD2704}" presName="thickLine" presStyleLbl="alignNode1" presStyleIdx="2" presStyleCnt="3"/>
      <dgm:spPr/>
    </dgm:pt>
    <dgm:pt modelId="{09728D0F-55EF-4309-BEA1-6646207BDB7A}" type="pres">
      <dgm:prSet presAssocID="{49F1DF63-C318-4486-B3D9-02D6A8AD2704}" presName="horz1" presStyleCnt="0"/>
      <dgm:spPr/>
    </dgm:pt>
    <dgm:pt modelId="{EF266BE6-80A2-4D7A-A707-6F4D8C06B041}" type="pres">
      <dgm:prSet presAssocID="{49F1DF63-C318-4486-B3D9-02D6A8AD2704}" presName="tx1" presStyleLbl="revTx" presStyleIdx="2" presStyleCnt="3"/>
      <dgm:spPr/>
    </dgm:pt>
    <dgm:pt modelId="{C05A759D-421A-44ED-9C21-2DCB176B9994}" type="pres">
      <dgm:prSet presAssocID="{49F1DF63-C318-4486-B3D9-02D6A8AD2704}" presName="vert1" presStyleCnt="0"/>
      <dgm:spPr/>
    </dgm:pt>
  </dgm:ptLst>
  <dgm:cxnLst>
    <dgm:cxn modelId="{D5615F0E-C2FD-410F-A76D-32BAB7D459FD}" type="presOf" srcId="{F675AF78-FD5A-4F58-B48D-00B6294A091B}" destId="{A9EC6FF2-15B5-416A-B8B2-42554B07DCEF}" srcOrd="0" destOrd="0" presId="urn:microsoft.com/office/officeart/2008/layout/LinedList"/>
    <dgm:cxn modelId="{6D64D625-A07B-432B-BC13-D627F1E6325E}" type="presOf" srcId="{49F1DF63-C318-4486-B3D9-02D6A8AD2704}" destId="{EF266BE6-80A2-4D7A-A707-6F4D8C06B041}" srcOrd="0" destOrd="0" presId="urn:microsoft.com/office/officeart/2008/layout/LinedList"/>
    <dgm:cxn modelId="{DBA9DD2F-6E8D-47BD-B845-9F579DB2FADD}" srcId="{F4674E01-B267-4EBC-83D9-A1395ADE05B7}" destId="{49F1DF63-C318-4486-B3D9-02D6A8AD2704}" srcOrd="2" destOrd="0" parTransId="{B7428CEC-2F3C-45CE-B894-39C244038A60}" sibTransId="{7E1F1154-040F-43DA-96CF-DBABE3C2F018}"/>
    <dgm:cxn modelId="{84DF864F-32F0-42D0-9135-2FB545538341}" type="presOf" srcId="{F4674E01-B267-4EBC-83D9-A1395ADE05B7}" destId="{403B837F-510C-4714-8053-1AE17B6873DA}" srcOrd="0" destOrd="0" presId="urn:microsoft.com/office/officeart/2008/layout/LinedList"/>
    <dgm:cxn modelId="{7D3C16A7-1DA5-4F22-A3AD-7B7AD9F004DC}" srcId="{F4674E01-B267-4EBC-83D9-A1395ADE05B7}" destId="{F675AF78-FD5A-4F58-B48D-00B6294A091B}" srcOrd="1" destOrd="0" parTransId="{95AB1731-6CC8-4199-A19B-40217F4DF401}" sibTransId="{61F3E850-1ECD-471E-911C-891F629E1861}"/>
    <dgm:cxn modelId="{E93721DD-5529-448C-AE47-7A4CF9222748}" type="presOf" srcId="{15C32041-A307-4494-A36F-3498292CBCEA}" destId="{E5F33176-7FD6-4220-A12D-5E1372BAF42B}" srcOrd="0" destOrd="0" presId="urn:microsoft.com/office/officeart/2008/layout/LinedList"/>
    <dgm:cxn modelId="{4F5E79E7-5CF0-410C-9A1A-6DD39F7BF29F}" srcId="{F4674E01-B267-4EBC-83D9-A1395ADE05B7}" destId="{15C32041-A307-4494-A36F-3498292CBCEA}" srcOrd="0" destOrd="0" parTransId="{2965857C-5EA8-4024-84DC-10E4A6AE1DF6}" sibTransId="{30C72D90-6EA2-4096-8115-CDA79F94FA56}"/>
    <dgm:cxn modelId="{4B1241A8-F180-40EE-AA2D-FB8F8BC17155}" type="presParOf" srcId="{403B837F-510C-4714-8053-1AE17B6873DA}" destId="{608846F9-001E-42C5-8AA4-32EE928085CD}" srcOrd="0" destOrd="0" presId="urn:microsoft.com/office/officeart/2008/layout/LinedList"/>
    <dgm:cxn modelId="{195FB0F6-B47C-4FC8-A6C4-9223366169DE}" type="presParOf" srcId="{403B837F-510C-4714-8053-1AE17B6873DA}" destId="{5E763244-F7CC-41BA-8C61-97B2EC672D5C}" srcOrd="1" destOrd="0" presId="urn:microsoft.com/office/officeart/2008/layout/LinedList"/>
    <dgm:cxn modelId="{C3A2F11A-8B5F-43B6-A47B-83D00766D4A7}" type="presParOf" srcId="{5E763244-F7CC-41BA-8C61-97B2EC672D5C}" destId="{E5F33176-7FD6-4220-A12D-5E1372BAF42B}" srcOrd="0" destOrd="0" presId="urn:microsoft.com/office/officeart/2008/layout/LinedList"/>
    <dgm:cxn modelId="{7D2FABEF-2FA3-4D32-8ACD-9CA46B14E13E}" type="presParOf" srcId="{5E763244-F7CC-41BA-8C61-97B2EC672D5C}" destId="{CB30FC19-CB25-4691-8207-A27924BF592A}" srcOrd="1" destOrd="0" presId="urn:microsoft.com/office/officeart/2008/layout/LinedList"/>
    <dgm:cxn modelId="{2E1FA0E2-8B4E-455A-AFC0-1A1AA387B07E}" type="presParOf" srcId="{403B837F-510C-4714-8053-1AE17B6873DA}" destId="{B24F6995-DD44-4216-9BCD-EFDA3097681C}" srcOrd="2" destOrd="0" presId="urn:microsoft.com/office/officeart/2008/layout/LinedList"/>
    <dgm:cxn modelId="{EC4899D6-5DE6-492F-AF6B-E48B3136294E}" type="presParOf" srcId="{403B837F-510C-4714-8053-1AE17B6873DA}" destId="{64F92331-9600-4B5E-9B84-16ABEFA84CC4}" srcOrd="3" destOrd="0" presId="urn:microsoft.com/office/officeart/2008/layout/LinedList"/>
    <dgm:cxn modelId="{23DDC67B-3574-4ADB-91C2-E6C5511EAE90}" type="presParOf" srcId="{64F92331-9600-4B5E-9B84-16ABEFA84CC4}" destId="{A9EC6FF2-15B5-416A-B8B2-42554B07DCEF}" srcOrd="0" destOrd="0" presId="urn:microsoft.com/office/officeart/2008/layout/LinedList"/>
    <dgm:cxn modelId="{0B48CE9C-8FC6-4321-A257-A7D0AD47DF42}" type="presParOf" srcId="{64F92331-9600-4B5E-9B84-16ABEFA84CC4}" destId="{3F7AEDD6-38E8-4D64-A368-876C1D0F0A73}" srcOrd="1" destOrd="0" presId="urn:microsoft.com/office/officeart/2008/layout/LinedList"/>
    <dgm:cxn modelId="{3F57D79E-C038-4073-953B-922DA7DD6C5D}" type="presParOf" srcId="{403B837F-510C-4714-8053-1AE17B6873DA}" destId="{19AC0037-34A7-46D8-9A6A-A1418A80C36D}" srcOrd="4" destOrd="0" presId="urn:microsoft.com/office/officeart/2008/layout/LinedList"/>
    <dgm:cxn modelId="{22E1C5C9-0867-404F-A803-023BF7BEABDF}" type="presParOf" srcId="{403B837F-510C-4714-8053-1AE17B6873DA}" destId="{09728D0F-55EF-4309-BEA1-6646207BDB7A}" srcOrd="5" destOrd="0" presId="urn:microsoft.com/office/officeart/2008/layout/LinedList"/>
    <dgm:cxn modelId="{0DC66952-FEFD-41E0-960B-4DE156D787DD}" type="presParOf" srcId="{09728D0F-55EF-4309-BEA1-6646207BDB7A}" destId="{EF266BE6-80A2-4D7A-A707-6F4D8C06B041}" srcOrd="0" destOrd="0" presId="urn:microsoft.com/office/officeart/2008/layout/LinedList"/>
    <dgm:cxn modelId="{124C5133-7846-4878-BD5A-0F9F05E518C7}" type="presParOf" srcId="{09728D0F-55EF-4309-BEA1-6646207BDB7A}" destId="{C05A759D-421A-44ED-9C21-2DCB176B999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4CC9B75-3B9D-4F90-8F65-312D921DCF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01F7FB94-BB39-410A-B1FF-383D2A53D5E0}">
      <dgm:prSet phldrT="[Testo]"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sz="2200" dirty="0"/>
            <a:t>Si </a:t>
          </a:r>
          <a:r>
            <a:rPr lang="en-US" sz="2200" dirty="0" err="1"/>
            <a:t>osserva</a:t>
          </a:r>
          <a:r>
            <a:rPr lang="en-US" sz="2200" dirty="0"/>
            <a:t> una </a:t>
          </a:r>
          <a:r>
            <a:rPr lang="en-US" sz="2200" dirty="0" err="1"/>
            <a:t>correlazione</a:t>
          </a:r>
          <a:r>
            <a:rPr lang="en-US" sz="2200" dirty="0"/>
            <a:t> </a:t>
          </a:r>
          <a:r>
            <a:rPr lang="en-US" sz="2200" dirty="0" err="1"/>
            <a:t>tra</a:t>
          </a:r>
          <a:r>
            <a:rPr lang="en-US" sz="2200" dirty="0"/>
            <a:t> la </a:t>
          </a:r>
          <a:r>
            <a:rPr lang="en-US" sz="2200" dirty="0" err="1"/>
            <a:t>variabile</a:t>
          </a:r>
          <a:r>
            <a:rPr lang="en-US" sz="2200" dirty="0"/>
            <a:t> </a:t>
          </a:r>
          <a:r>
            <a:rPr lang="en-US" sz="2200" dirty="0" err="1"/>
            <a:t>displa</a:t>
          </a:r>
          <a:r>
            <a:rPr lang="en-US" sz="2200" dirty="0"/>
            <a:t> e la </a:t>
          </a:r>
          <a:r>
            <a:rPr lang="en-US" sz="2200" dirty="0" err="1"/>
            <a:t>variabile</a:t>
          </a:r>
          <a:r>
            <a:rPr lang="en-US" sz="2200" dirty="0"/>
            <a:t> weight</a:t>
          </a:r>
          <a:endParaRPr lang="it-IT" sz="2200" dirty="0"/>
        </a:p>
      </dgm:t>
    </dgm:pt>
    <dgm:pt modelId="{AE554EA8-5EB3-4837-AEA1-4167E18C8CF8}" type="parTrans" cxnId="{A88D7E46-13BB-4939-AF3F-F0ECF4FFFD3B}">
      <dgm:prSet/>
      <dgm:spPr/>
      <dgm:t>
        <a:bodyPr/>
        <a:lstStyle/>
        <a:p>
          <a:endParaRPr lang="it-IT" sz="2200"/>
        </a:p>
      </dgm:t>
    </dgm:pt>
    <dgm:pt modelId="{213C8012-B5F5-42C6-89C3-C14B678DBA8B}" type="sibTrans" cxnId="{A88D7E46-13BB-4939-AF3F-F0ECF4FFFD3B}">
      <dgm:prSet/>
      <dgm:spPr/>
      <dgm:t>
        <a:bodyPr/>
        <a:lstStyle/>
        <a:p>
          <a:endParaRPr lang="it-IT" sz="2200"/>
        </a:p>
      </dgm:t>
    </dgm:pt>
    <dgm:pt modelId="{0DDA6D7F-EBEB-4B13-BF69-9BA385E9D673}">
      <dgm:prSet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sz="2200" dirty="0"/>
            <a:t>Si </a:t>
          </a:r>
          <a:r>
            <a:rPr lang="en-US" sz="2200" dirty="0" err="1"/>
            <a:t>rilevano</a:t>
          </a:r>
          <a:r>
            <a:rPr lang="en-US" sz="2200" dirty="0"/>
            <a:t> </a:t>
          </a:r>
          <a:r>
            <a:rPr lang="en-US" sz="2200" dirty="0" err="1"/>
            <a:t>valori</a:t>
          </a:r>
          <a:r>
            <a:rPr lang="en-US" sz="2200" dirty="0"/>
            <a:t> </a:t>
          </a:r>
          <a:r>
            <a:rPr lang="en-US" sz="2200" dirty="0" err="1"/>
            <a:t>bassi</a:t>
          </a:r>
          <a:r>
            <a:rPr lang="en-US" sz="2200" dirty="0"/>
            <a:t>/medio </a:t>
          </a:r>
          <a:r>
            <a:rPr lang="en-US" sz="2200" dirty="0" err="1"/>
            <a:t>bassi</a:t>
          </a:r>
          <a:r>
            <a:rPr lang="en-US" sz="2200" dirty="0"/>
            <a:t> per le auto di </a:t>
          </a:r>
          <a:r>
            <a:rPr lang="en-US" sz="2200" dirty="0" err="1"/>
            <a:t>origine</a:t>
          </a:r>
          <a:r>
            <a:rPr lang="en-US" sz="2200" dirty="0"/>
            <a:t> J e </a:t>
          </a:r>
          <a:r>
            <a:rPr lang="en-US" sz="2200" dirty="0" err="1"/>
            <a:t>E</a:t>
          </a:r>
          <a:r>
            <a:rPr lang="en-US" sz="2200" dirty="0"/>
            <a:t> </a:t>
          </a:r>
          <a:r>
            <a:rPr lang="en-US" sz="2200" dirty="0" err="1"/>
            <a:t>sia</a:t>
          </a:r>
          <a:r>
            <a:rPr lang="en-US" sz="2200" dirty="0"/>
            <a:t> per la </a:t>
          </a:r>
          <a:r>
            <a:rPr lang="en-US" sz="2200" dirty="0" err="1"/>
            <a:t>cilindrata</a:t>
          </a:r>
          <a:r>
            <a:rPr lang="en-US" sz="2200" dirty="0"/>
            <a:t> </a:t>
          </a:r>
          <a:r>
            <a:rPr lang="en-US" sz="2200" dirty="0" err="1"/>
            <a:t>che</a:t>
          </a:r>
          <a:r>
            <a:rPr lang="en-US" sz="2200" dirty="0"/>
            <a:t> per il peso</a:t>
          </a:r>
          <a:endParaRPr lang="it-IT" sz="2200" dirty="0"/>
        </a:p>
      </dgm:t>
    </dgm:pt>
    <dgm:pt modelId="{0FA5452C-14F4-44E3-A64E-1ABAA2251A96}" type="parTrans" cxnId="{014DE5E8-71E7-4531-A0D2-213CC2B7A1B8}">
      <dgm:prSet/>
      <dgm:spPr/>
      <dgm:t>
        <a:bodyPr/>
        <a:lstStyle/>
        <a:p>
          <a:endParaRPr lang="it-IT" sz="2200"/>
        </a:p>
      </dgm:t>
    </dgm:pt>
    <dgm:pt modelId="{43F5B4B9-C58C-41C3-9A31-5E552CF5A349}" type="sibTrans" cxnId="{014DE5E8-71E7-4531-A0D2-213CC2B7A1B8}">
      <dgm:prSet/>
      <dgm:spPr/>
      <dgm:t>
        <a:bodyPr/>
        <a:lstStyle/>
        <a:p>
          <a:endParaRPr lang="it-IT" sz="2200"/>
        </a:p>
      </dgm:t>
    </dgm:pt>
    <dgm:pt modelId="{F09190A1-1D8B-4605-8DF8-461D0FCED196}">
      <dgm:prSet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sz="2200" dirty="0"/>
            <a:t>Le auto di </a:t>
          </a:r>
          <a:r>
            <a:rPr lang="en-US" sz="2200" dirty="0" err="1"/>
            <a:t>origine</a:t>
          </a:r>
          <a:r>
            <a:rPr lang="en-US" sz="2200"/>
            <a:t> A </a:t>
          </a:r>
          <a:r>
            <a:rPr lang="en-US" sz="2200" dirty="0" err="1"/>
            <a:t>hanno</a:t>
          </a:r>
          <a:r>
            <a:rPr lang="en-US" sz="2200" dirty="0"/>
            <a:t> </a:t>
          </a:r>
          <a:r>
            <a:rPr lang="en-US" sz="2200" dirty="0" err="1"/>
            <a:t>valori</a:t>
          </a:r>
          <a:r>
            <a:rPr lang="en-US" sz="2200" dirty="0"/>
            <a:t> </a:t>
          </a:r>
          <a:r>
            <a:rPr lang="en-US" sz="2200" dirty="0" err="1"/>
            <a:t>più</a:t>
          </a:r>
          <a:r>
            <a:rPr lang="en-US" sz="2200" dirty="0"/>
            <a:t> </a:t>
          </a:r>
          <a:r>
            <a:rPr lang="en-US" sz="2200" dirty="0" err="1"/>
            <a:t>dispersivi</a:t>
          </a:r>
          <a:r>
            <a:rPr lang="en-US" sz="2200" dirty="0"/>
            <a:t> e </a:t>
          </a:r>
          <a:r>
            <a:rPr lang="en-US" sz="2200" dirty="0" err="1"/>
            <a:t>sono</a:t>
          </a:r>
          <a:r>
            <a:rPr lang="en-US" sz="2200" dirty="0"/>
            <a:t> le </a:t>
          </a:r>
          <a:r>
            <a:rPr lang="en-US" sz="2200" dirty="0" err="1"/>
            <a:t>uniche</a:t>
          </a:r>
          <a:r>
            <a:rPr lang="en-US" sz="2200" dirty="0"/>
            <a:t> ad </a:t>
          </a:r>
          <a:r>
            <a:rPr lang="en-US" sz="2200" dirty="0" err="1"/>
            <a:t>avere</a:t>
          </a:r>
          <a:r>
            <a:rPr lang="en-US" sz="2200" dirty="0"/>
            <a:t> </a:t>
          </a:r>
          <a:r>
            <a:rPr lang="en-US" sz="2200" dirty="0" err="1"/>
            <a:t>valori</a:t>
          </a:r>
          <a:r>
            <a:rPr lang="en-US" sz="2200" dirty="0"/>
            <a:t> alti per </a:t>
          </a:r>
          <a:r>
            <a:rPr lang="en-US" sz="2200" dirty="0" err="1"/>
            <a:t>entrambe</a:t>
          </a:r>
          <a:r>
            <a:rPr lang="en-US" sz="2200" dirty="0"/>
            <a:t> le </a:t>
          </a:r>
          <a:r>
            <a:rPr lang="en-US" sz="2200" dirty="0" err="1"/>
            <a:t>variabili</a:t>
          </a:r>
          <a:endParaRPr lang="it-IT" sz="2200" dirty="0"/>
        </a:p>
      </dgm:t>
    </dgm:pt>
    <dgm:pt modelId="{3978640D-8101-421E-9B69-DB10D41EB468}" type="parTrans" cxnId="{F1478C4E-0087-40B3-94F8-1C7B4757264C}">
      <dgm:prSet/>
      <dgm:spPr/>
      <dgm:t>
        <a:bodyPr/>
        <a:lstStyle/>
        <a:p>
          <a:endParaRPr lang="it-IT" sz="2200"/>
        </a:p>
      </dgm:t>
    </dgm:pt>
    <dgm:pt modelId="{BC52601C-88B2-41E3-9709-FE21A727F659}" type="sibTrans" cxnId="{F1478C4E-0087-40B3-94F8-1C7B4757264C}">
      <dgm:prSet/>
      <dgm:spPr/>
      <dgm:t>
        <a:bodyPr/>
        <a:lstStyle/>
        <a:p>
          <a:endParaRPr lang="it-IT" sz="2200"/>
        </a:p>
      </dgm:t>
    </dgm:pt>
    <dgm:pt modelId="{F168A1BB-1EFA-4E8D-BB7D-7991A76778FF}" type="pres">
      <dgm:prSet presAssocID="{34CC9B75-3B9D-4F90-8F65-312D921DCFB6}" presName="Name0" presStyleCnt="0">
        <dgm:presLayoutVars>
          <dgm:chMax val="7"/>
          <dgm:chPref val="7"/>
          <dgm:dir/>
        </dgm:presLayoutVars>
      </dgm:prSet>
      <dgm:spPr/>
    </dgm:pt>
    <dgm:pt modelId="{FFF1915A-850D-48C8-8397-48C1949B84E9}" type="pres">
      <dgm:prSet presAssocID="{34CC9B75-3B9D-4F90-8F65-312D921DCFB6}" presName="Name1" presStyleCnt="0"/>
      <dgm:spPr/>
    </dgm:pt>
    <dgm:pt modelId="{79009287-3975-412E-8328-9C453B193616}" type="pres">
      <dgm:prSet presAssocID="{34CC9B75-3B9D-4F90-8F65-312D921DCFB6}" presName="cycle" presStyleCnt="0"/>
      <dgm:spPr/>
    </dgm:pt>
    <dgm:pt modelId="{6EA6C8A5-AB13-4CE4-B7AF-896002E127C6}" type="pres">
      <dgm:prSet presAssocID="{34CC9B75-3B9D-4F90-8F65-312D921DCFB6}" presName="srcNode" presStyleLbl="node1" presStyleIdx="0" presStyleCnt="3"/>
      <dgm:spPr/>
    </dgm:pt>
    <dgm:pt modelId="{4E565A7A-67BB-46B6-8C46-909DEBB508FA}" type="pres">
      <dgm:prSet presAssocID="{34CC9B75-3B9D-4F90-8F65-312D921DCFB6}" presName="conn" presStyleLbl="parChTrans1D2" presStyleIdx="0" presStyleCnt="1"/>
      <dgm:spPr/>
    </dgm:pt>
    <dgm:pt modelId="{0B6DEF28-86A1-47D5-BB36-16E3E6789099}" type="pres">
      <dgm:prSet presAssocID="{34CC9B75-3B9D-4F90-8F65-312D921DCFB6}" presName="extraNode" presStyleLbl="node1" presStyleIdx="0" presStyleCnt="3"/>
      <dgm:spPr/>
    </dgm:pt>
    <dgm:pt modelId="{D06915B0-42DF-4BF1-B95F-E4B300A1E605}" type="pres">
      <dgm:prSet presAssocID="{34CC9B75-3B9D-4F90-8F65-312D921DCFB6}" presName="dstNode" presStyleLbl="node1" presStyleIdx="0" presStyleCnt="3"/>
      <dgm:spPr/>
    </dgm:pt>
    <dgm:pt modelId="{C872B01E-122B-47B7-A8C8-FD54AFFDF27C}" type="pres">
      <dgm:prSet presAssocID="{01F7FB94-BB39-410A-B1FF-383D2A53D5E0}" presName="text_1" presStyleLbl="node1" presStyleIdx="0" presStyleCnt="3" custScaleX="103726">
        <dgm:presLayoutVars>
          <dgm:bulletEnabled val="1"/>
        </dgm:presLayoutVars>
      </dgm:prSet>
      <dgm:spPr/>
    </dgm:pt>
    <dgm:pt modelId="{A274693F-5144-4AC3-A38F-FE9CEED64C94}" type="pres">
      <dgm:prSet presAssocID="{01F7FB94-BB39-410A-B1FF-383D2A53D5E0}" presName="accent_1" presStyleCnt="0"/>
      <dgm:spPr/>
    </dgm:pt>
    <dgm:pt modelId="{C02F2C20-6F1B-4CE0-9331-723E53FF2792}" type="pres">
      <dgm:prSet presAssocID="{01F7FB94-BB39-410A-B1FF-383D2A53D5E0}" presName="accentRepeatNode" presStyleLbl="solidFgAcc1" presStyleIdx="0" presStyleCnt="3" custScaleX="76979" custScaleY="77288"/>
      <dgm:spPr>
        <a:ln>
          <a:solidFill>
            <a:schemeClr val="accent1">
              <a:lumMod val="50000"/>
            </a:schemeClr>
          </a:solidFill>
        </a:ln>
      </dgm:spPr>
    </dgm:pt>
    <dgm:pt modelId="{25D90A33-65E4-47B1-B4A0-39AA0E490775}" type="pres">
      <dgm:prSet presAssocID="{0DDA6D7F-EBEB-4B13-BF69-9BA385E9D673}" presName="text_2" presStyleLbl="node1" presStyleIdx="1" presStyleCnt="3" custScaleX="104082">
        <dgm:presLayoutVars>
          <dgm:bulletEnabled val="1"/>
        </dgm:presLayoutVars>
      </dgm:prSet>
      <dgm:spPr/>
    </dgm:pt>
    <dgm:pt modelId="{3D0D9831-18AF-43FA-B5EB-8DC2D9249A84}" type="pres">
      <dgm:prSet presAssocID="{0DDA6D7F-EBEB-4B13-BF69-9BA385E9D673}" presName="accent_2" presStyleCnt="0"/>
      <dgm:spPr/>
    </dgm:pt>
    <dgm:pt modelId="{5697B6B9-725B-4B19-BBB2-BCCBEE34588A}" type="pres">
      <dgm:prSet presAssocID="{0DDA6D7F-EBEB-4B13-BF69-9BA385E9D673}" presName="accentRepeatNode" presStyleLbl="solidFgAcc1" presStyleIdx="1" presStyleCnt="3" custScaleX="76979" custScaleY="77288"/>
      <dgm:spPr>
        <a:ln>
          <a:solidFill>
            <a:schemeClr val="accent1">
              <a:lumMod val="50000"/>
            </a:schemeClr>
          </a:solidFill>
        </a:ln>
      </dgm:spPr>
    </dgm:pt>
    <dgm:pt modelId="{AD9667AA-2B70-4095-9B7C-4D2BD9ED3B22}" type="pres">
      <dgm:prSet presAssocID="{F09190A1-1D8B-4605-8DF8-461D0FCED196}" presName="text_3" presStyleLbl="node1" presStyleIdx="2" presStyleCnt="3" custScaleX="104126">
        <dgm:presLayoutVars>
          <dgm:bulletEnabled val="1"/>
        </dgm:presLayoutVars>
      </dgm:prSet>
      <dgm:spPr/>
    </dgm:pt>
    <dgm:pt modelId="{A53A4F2E-2A0E-4383-B33A-957FBE6A0546}" type="pres">
      <dgm:prSet presAssocID="{F09190A1-1D8B-4605-8DF8-461D0FCED196}" presName="accent_3" presStyleCnt="0"/>
      <dgm:spPr/>
    </dgm:pt>
    <dgm:pt modelId="{BF2EC602-1B2B-400B-8699-E01F2982E7AF}" type="pres">
      <dgm:prSet presAssocID="{F09190A1-1D8B-4605-8DF8-461D0FCED196}" presName="accentRepeatNode" presStyleLbl="solidFgAcc1" presStyleIdx="2" presStyleCnt="3" custScaleX="76979" custScaleY="77288"/>
      <dgm:spPr>
        <a:ln>
          <a:solidFill>
            <a:schemeClr val="accent1">
              <a:lumMod val="50000"/>
            </a:schemeClr>
          </a:solidFill>
        </a:ln>
      </dgm:spPr>
    </dgm:pt>
  </dgm:ptLst>
  <dgm:cxnLst>
    <dgm:cxn modelId="{441BF620-E456-43B4-B471-DB9C828ED255}" type="presOf" srcId="{34CC9B75-3B9D-4F90-8F65-312D921DCFB6}" destId="{F168A1BB-1EFA-4E8D-BB7D-7991A76778FF}" srcOrd="0" destOrd="0" presId="urn:microsoft.com/office/officeart/2008/layout/VerticalCurvedList"/>
    <dgm:cxn modelId="{89F2C72F-9BFA-4719-93A2-DF61978C102B}" type="presOf" srcId="{213C8012-B5F5-42C6-89C3-C14B678DBA8B}" destId="{4E565A7A-67BB-46B6-8C46-909DEBB508FA}" srcOrd="0" destOrd="0" presId="urn:microsoft.com/office/officeart/2008/layout/VerticalCurvedList"/>
    <dgm:cxn modelId="{A88D7E46-13BB-4939-AF3F-F0ECF4FFFD3B}" srcId="{34CC9B75-3B9D-4F90-8F65-312D921DCFB6}" destId="{01F7FB94-BB39-410A-B1FF-383D2A53D5E0}" srcOrd="0" destOrd="0" parTransId="{AE554EA8-5EB3-4837-AEA1-4167E18C8CF8}" sibTransId="{213C8012-B5F5-42C6-89C3-C14B678DBA8B}"/>
    <dgm:cxn modelId="{F1478C4E-0087-40B3-94F8-1C7B4757264C}" srcId="{34CC9B75-3B9D-4F90-8F65-312D921DCFB6}" destId="{F09190A1-1D8B-4605-8DF8-461D0FCED196}" srcOrd="2" destOrd="0" parTransId="{3978640D-8101-421E-9B69-DB10D41EB468}" sibTransId="{BC52601C-88B2-41E3-9709-FE21A727F659}"/>
    <dgm:cxn modelId="{2814F787-143B-4371-A0A6-093BEF778F7F}" type="presOf" srcId="{01F7FB94-BB39-410A-B1FF-383D2A53D5E0}" destId="{C872B01E-122B-47B7-A8C8-FD54AFFDF27C}" srcOrd="0" destOrd="0" presId="urn:microsoft.com/office/officeart/2008/layout/VerticalCurvedList"/>
    <dgm:cxn modelId="{BF7B4FBF-2403-4282-B980-27087207C8E9}" type="presOf" srcId="{F09190A1-1D8B-4605-8DF8-461D0FCED196}" destId="{AD9667AA-2B70-4095-9B7C-4D2BD9ED3B22}" srcOrd="0" destOrd="0" presId="urn:microsoft.com/office/officeart/2008/layout/VerticalCurvedList"/>
    <dgm:cxn modelId="{C4DE5CCA-0B4D-4591-9712-98729F41A559}" type="presOf" srcId="{0DDA6D7F-EBEB-4B13-BF69-9BA385E9D673}" destId="{25D90A33-65E4-47B1-B4A0-39AA0E490775}" srcOrd="0" destOrd="0" presId="urn:microsoft.com/office/officeart/2008/layout/VerticalCurvedList"/>
    <dgm:cxn modelId="{014DE5E8-71E7-4531-A0D2-213CC2B7A1B8}" srcId="{34CC9B75-3B9D-4F90-8F65-312D921DCFB6}" destId="{0DDA6D7F-EBEB-4B13-BF69-9BA385E9D673}" srcOrd="1" destOrd="0" parTransId="{0FA5452C-14F4-44E3-A64E-1ABAA2251A96}" sibTransId="{43F5B4B9-C58C-41C3-9A31-5E552CF5A349}"/>
    <dgm:cxn modelId="{5F14F6AC-124A-476E-BCD6-D5A93D94A7FE}" type="presParOf" srcId="{F168A1BB-1EFA-4E8D-BB7D-7991A76778FF}" destId="{FFF1915A-850D-48C8-8397-48C1949B84E9}" srcOrd="0" destOrd="0" presId="urn:microsoft.com/office/officeart/2008/layout/VerticalCurvedList"/>
    <dgm:cxn modelId="{6AC45B9D-582B-4BB9-9688-1FD1E1CF8D66}" type="presParOf" srcId="{FFF1915A-850D-48C8-8397-48C1949B84E9}" destId="{79009287-3975-412E-8328-9C453B193616}" srcOrd="0" destOrd="0" presId="urn:microsoft.com/office/officeart/2008/layout/VerticalCurvedList"/>
    <dgm:cxn modelId="{EA4584E0-1EEC-4866-B48F-E173B9290B3B}" type="presParOf" srcId="{79009287-3975-412E-8328-9C453B193616}" destId="{6EA6C8A5-AB13-4CE4-B7AF-896002E127C6}" srcOrd="0" destOrd="0" presId="urn:microsoft.com/office/officeart/2008/layout/VerticalCurvedList"/>
    <dgm:cxn modelId="{CE42D1B9-10DF-4041-B84E-92FF2A78914B}" type="presParOf" srcId="{79009287-3975-412E-8328-9C453B193616}" destId="{4E565A7A-67BB-46B6-8C46-909DEBB508FA}" srcOrd="1" destOrd="0" presId="urn:microsoft.com/office/officeart/2008/layout/VerticalCurvedList"/>
    <dgm:cxn modelId="{3889FC48-DB46-4B22-BF90-89C0C1579C0B}" type="presParOf" srcId="{79009287-3975-412E-8328-9C453B193616}" destId="{0B6DEF28-86A1-47D5-BB36-16E3E6789099}" srcOrd="2" destOrd="0" presId="urn:microsoft.com/office/officeart/2008/layout/VerticalCurvedList"/>
    <dgm:cxn modelId="{C56E031B-DAC5-4FA9-8229-D2864BB13737}" type="presParOf" srcId="{79009287-3975-412E-8328-9C453B193616}" destId="{D06915B0-42DF-4BF1-B95F-E4B300A1E605}" srcOrd="3" destOrd="0" presId="urn:microsoft.com/office/officeart/2008/layout/VerticalCurvedList"/>
    <dgm:cxn modelId="{46BEDBDD-51DC-441C-BEFD-36C02D6F90CA}" type="presParOf" srcId="{FFF1915A-850D-48C8-8397-48C1949B84E9}" destId="{C872B01E-122B-47B7-A8C8-FD54AFFDF27C}" srcOrd="1" destOrd="0" presId="urn:microsoft.com/office/officeart/2008/layout/VerticalCurvedList"/>
    <dgm:cxn modelId="{9FDE8CAE-66CF-4A78-B81A-D7C3FB9A56E4}" type="presParOf" srcId="{FFF1915A-850D-48C8-8397-48C1949B84E9}" destId="{A274693F-5144-4AC3-A38F-FE9CEED64C94}" srcOrd="2" destOrd="0" presId="urn:microsoft.com/office/officeart/2008/layout/VerticalCurvedList"/>
    <dgm:cxn modelId="{D307FB28-09ED-4949-97E0-EFE7B329EE6D}" type="presParOf" srcId="{A274693F-5144-4AC3-A38F-FE9CEED64C94}" destId="{C02F2C20-6F1B-4CE0-9331-723E53FF2792}" srcOrd="0" destOrd="0" presId="urn:microsoft.com/office/officeart/2008/layout/VerticalCurvedList"/>
    <dgm:cxn modelId="{E34C6802-3828-4776-A3A7-F38F67890B6D}" type="presParOf" srcId="{FFF1915A-850D-48C8-8397-48C1949B84E9}" destId="{25D90A33-65E4-47B1-B4A0-39AA0E490775}" srcOrd="3" destOrd="0" presId="urn:microsoft.com/office/officeart/2008/layout/VerticalCurvedList"/>
    <dgm:cxn modelId="{A9C35F65-0F3F-4FF3-BBDB-E8DBDBAE2174}" type="presParOf" srcId="{FFF1915A-850D-48C8-8397-48C1949B84E9}" destId="{3D0D9831-18AF-43FA-B5EB-8DC2D9249A84}" srcOrd="4" destOrd="0" presId="urn:microsoft.com/office/officeart/2008/layout/VerticalCurvedList"/>
    <dgm:cxn modelId="{BBE39E0C-76DD-4A5F-8A0C-78B2B65E2C33}" type="presParOf" srcId="{3D0D9831-18AF-43FA-B5EB-8DC2D9249A84}" destId="{5697B6B9-725B-4B19-BBB2-BCCBEE34588A}" srcOrd="0" destOrd="0" presId="urn:microsoft.com/office/officeart/2008/layout/VerticalCurvedList"/>
    <dgm:cxn modelId="{578E8BD7-11C8-4F88-9817-15927CAAED93}" type="presParOf" srcId="{FFF1915A-850D-48C8-8397-48C1949B84E9}" destId="{AD9667AA-2B70-4095-9B7C-4D2BD9ED3B22}" srcOrd="5" destOrd="0" presId="urn:microsoft.com/office/officeart/2008/layout/VerticalCurvedList"/>
    <dgm:cxn modelId="{1788A62B-FCC0-4749-851C-62334B338D63}" type="presParOf" srcId="{FFF1915A-850D-48C8-8397-48C1949B84E9}" destId="{A53A4F2E-2A0E-4383-B33A-957FBE6A0546}" srcOrd="6" destOrd="0" presId="urn:microsoft.com/office/officeart/2008/layout/VerticalCurvedList"/>
    <dgm:cxn modelId="{29F441BF-FA4E-49AF-BAFA-88BF6B018F33}" type="presParOf" srcId="{A53A4F2E-2A0E-4383-B33A-957FBE6A0546}" destId="{BF2EC602-1B2B-400B-8699-E01F2982E7A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4674E01-B267-4EBC-83D9-A1395ADE05B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C32041-A307-4494-A36F-3498292CBCEA}">
      <dgm:prSet custT="1"/>
      <dgm:spPr/>
      <dgm:t>
        <a:bodyPr/>
        <a:lstStyle/>
        <a:p>
          <a:pPr algn="ctr"/>
          <a:r>
            <a:rPr lang="en-US" sz="2000" dirty="0"/>
            <a:t>Per il </a:t>
          </a:r>
          <a:r>
            <a:rPr lang="en-US" sz="2000" dirty="0" err="1"/>
            <a:t>livello</a:t>
          </a:r>
          <a:r>
            <a:rPr lang="en-US" sz="2000" dirty="0"/>
            <a:t> 5 </a:t>
          </a:r>
          <a:r>
            <a:rPr lang="en-US" sz="2000" dirty="0" err="1"/>
            <a:t>si</a:t>
          </a:r>
          <a:r>
            <a:rPr lang="en-US" sz="2000" dirty="0"/>
            <a:t> </a:t>
          </a:r>
          <a:r>
            <a:rPr lang="en-US" sz="2000" dirty="0" err="1"/>
            <a:t>hanno</a:t>
          </a:r>
          <a:r>
            <a:rPr lang="en-US" sz="2000" dirty="0"/>
            <a:t> </a:t>
          </a:r>
          <a:r>
            <a:rPr lang="en-US" sz="2000" dirty="0" err="1"/>
            <a:t>valori</a:t>
          </a:r>
          <a:r>
            <a:rPr lang="en-US" sz="2000" dirty="0"/>
            <a:t> sopra la media</a:t>
          </a:r>
        </a:p>
      </dgm:t>
    </dgm:pt>
    <dgm:pt modelId="{2965857C-5EA8-4024-84DC-10E4A6AE1DF6}" type="parTrans" cxnId="{4F5E79E7-5CF0-410C-9A1A-6DD39F7BF29F}">
      <dgm:prSet/>
      <dgm:spPr/>
      <dgm:t>
        <a:bodyPr/>
        <a:lstStyle/>
        <a:p>
          <a:pPr algn="ctr"/>
          <a:endParaRPr lang="en-US" sz="2000"/>
        </a:p>
      </dgm:t>
    </dgm:pt>
    <dgm:pt modelId="{30C72D90-6EA2-4096-8115-CDA79F94FA56}" type="sibTrans" cxnId="{4F5E79E7-5CF0-410C-9A1A-6DD39F7BF29F}">
      <dgm:prSet/>
      <dgm:spPr/>
      <dgm:t>
        <a:bodyPr/>
        <a:lstStyle/>
        <a:p>
          <a:pPr algn="ctr"/>
          <a:endParaRPr lang="en-US" sz="2000"/>
        </a:p>
      </dgm:t>
    </dgm:pt>
    <dgm:pt modelId="{F675AF78-FD5A-4F58-B48D-00B6294A091B}">
      <dgm:prSet custT="1"/>
      <dgm:spPr/>
      <dgm:t>
        <a:bodyPr/>
        <a:lstStyle/>
        <a:p>
          <a:pPr algn="ctr"/>
          <a:r>
            <a:rPr lang="en-US" sz="2000" dirty="0" err="1"/>
            <a:t>Livelli</a:t>
          </a:r>
          <a:r>
            <a:rPr lang="en-US" sz="2000" dirty="0"/>
            <a:t> 2, 3 e 4 in rep77 e </a:t>
          </a:r>
          <a:r>
            <a:rPr lang="en-US" sz="2000" dirty="0" err="1"/>
            <a:t>livelli</a:t>
          </a:r>
          <a:r>
            <a:rPr lang="en-US" sz="2000" dirty="0"/>
            <a:t> 3 e 4 in rep78 </a:t>
          </a:r>
          <a:r>
            <a:rPr lang="en-US" sz="2000" dirty="0" err="1"/>
            <a:t>dispersivi</a:t>
          </a:r>
          <a:endParaRPr lang="en-US" sz="2000" dirty="0"/>
        </a:p>
      </dgm:t>
    </dgm:pt>
    <dgm:pt modelId="{95AB1731-6CC8-4199-A19B-40217F4DF401}" type="parTrans" cxnId="{7D3C16A7-1DA5-4F22-A3AD-7B7AD9F004DC}">
      <dgm:prSet/>
      <dgm:spPr/>
      <dgm:t>
        <a:bodyPr/>
        <a:lstStyle/>
        <a:p>
          <a:pPr algn="ctr"/>
          <a:endParaRPr lang="en-US" sz="2000"/>
        </a:p>
      </dgm:t>
    </dgm:pt>
    <dgm:pt modelId="{61F3E850-1ECD-471E-911C-891F629E1861}" type="sibTrans" cxnId="{7D3C16A7-1DA5-4F22-A3AD-7B7AD9F004DC}">
      <dgm:prSet/>
      <dgm:spPr/>
      <dgm:t>
        <a:bodyPr/>
        <a:lstStyle/>
        <a:p>
          <a:pPr algn="ctr"/>
          <a:endParaRPr lang="en-US" sz="2000"/>
        </a:p>
      </dgm:t>
    </dgm:pt>
    <dgm:pt modelId="{49F1DF63-C318-4486-B3D9-02D6A8AD2704}">
      <dgm:prSet custT="1"/>
      <dgm:spPr/>
      <dgm:t>
        <a:bodyPr/>
        <a:lstStyle/>
        <a:p>
          <a:pPr algn="ctr"/>
          <a:r>
            <a:rPr lang="en-US" sz="2000" dirty="0"/>
            <a:t>Per il </a:t>
          </a:r>
          <a:r>
            <a:rPr lang="en-US" sz="2000" dirty="0" err="1"/>
            <a:t>livello</a:t>
          </a:r>
          <a:r>
            <a:rPr lang="en-US" sz="2000" dirty="0"/>
            <a:t> 1 </a:t>
          </a:r>
          <a:r>
            <a:rPr lang="en-US" sz="2000" dirty="0" err="1"/>
            <a:t>si</a:t>
          </a:r>
          <a:r>
            <a:rPr lang="en-US" sz="2000" dirty="0"/>
            <a:t> </a:t>
          </a:r>
          <a:r>
            <a:rPr lang="en-US" sz="2000" dirty="0" err="1"/>
            <a:t>hanno</a:t>
          </a:r>
          <a:r>
            <a:rPr lang="en-US" sz="2000" dirty="0"/>
            <a:t> </a:t>
          </a:r>
          <a:r>
            <a:rPr lang="en-US" sz="2000" dirty="0" err="1"/>
            <a:t>valori</a:t>
          </a:r>
          <a:r>
            <a:rPr lang="en-US" sz="2000" dirty="0"/>
            <a:t> in media</a:t>
          </a:r>
        </a:p>
      </dgm:t>
    </dgm:pt>
    <dgm:pt modelId="{B7428CEC-2F3C-45CE-B894-39C244038A60}" type="parTrans" cxnId="{DBA9DD2F-6E8D-47BD-B845-9F579DB2FADD}">
      <dgm:prSet/>
      <dgm:spPr/>
      <dgm:t>
        <a:bodyPr/>
        <a:lstStyle/>
        <a:p>
          <a:pPr algn="ctr"/>
          <a:endParaRPr lang="en-US" sz="2000"/>
        </a:p>
      </dgm:t>
    </dgm:pt>
    <dgm:pt modelId="{7E1F1154-040F-43DA-96CF-DBABE3C2F018}" type="sibTrans" cxnId="{DBA9DD2F-6E8D-47BD-B845-9F579DB2FADD}">
      <dgm:prSet/>
      <dgm:spPr/>
      <dgm:t>
        <a:bodyPr/>
        <a:lstStyle/>
        <a:p>
          <a:pPr algn="ctr"/>
          <a:endParaRPr lang="en-US" sz="2000"/>
        </a:p>
      </dgm:t>
    </dgm:pt>
    <dgm:pt modelId="{F3391196-0F13-4E24-8E9C-6E84F8DDF609}">
      <dgm:prSet custT="1"/>
      <dgm:spPr/>
      <dgm:t>
        <a:bodyPr/>
        <a:lstStyle/>
        <a:p>
          <a:pPr algn="ctr"/>
          <a:r>
            <a:rPr lang="en-US" sz="2000" dirty="0"/>
            <a:t>Per il </a:t>
          </a:r>
          <a:r>
            <a:rPr lang="en-US" sz="2000" dirty="0" err="1"/>
            <a:t>livello</a:t>
          </a:r>
          <a:r>
            <a:rPr lang="en-US" sz="2000" dirty="0"/>
            <a:t> 2 in rep78 </a:t>
          </a:r>
          <a:r>
            <a:rPr lang="en-US" sz="2000" dirty="0" err="1"/>
            <a:t>si</a:t>
          </a:r>
          <a:r>
            <a:rPr lang="en-US" sz="2000" dirty="0"/>
            <a:t> </a:t>
          </a:r>
          <a:r>
            <a:rPr lang="en-US" sz="2000" dirty="0" err="1"/>
            <a:t>hanno</a:t>
          </a:r>
          <a:r>
            <a:rPr lang="en-US" sz="2000" dirty="0"/>
            <a:t> </a:t>
          </a:r>
          <a:r>
            <a:rPr lang="en-US" sz="2000" dirty="0" err="1"/>
            <a:t>valori</a:t>
          </a:r>
          <a:r>
            <a:rPr lang="en-US" sz="2000" dirty="0"/>
            <a:t> sotto la media </a:t>
          </a:r>
          <a:r>
            <a:rPr lang="en-US" sz="2000" dirty="0" err="1"/>
            <a:t>totale</a:t>
          </a:r>
          <a:endParaRPr lang="en-US" sz="2000" dirty="0"/>
        </a:p>
      </dgm:t>
    </dgm:pt>
    <dgm:pt modelId="{2C182FBA-C227-4270-A137-DBC17833B8C3}" type="parTrans" cxnId="{EB6975A8-ACB1-4C2D-8338-613C7D30D38C}">
      <dgm:prSet/>
      <dgm:spPr/>
      <dgm:t>
        <a:bodyPr/>
        <a:lstStyle/>
        <a:p>
          <a:endParaRPr lang="it-IT"/>
        </a:p>
      </dgm:t>
    </dgm:pt>
    <dgm:pt modelId="{A20B6EFE-478A-42B3-8CD9-9769D062958E}" type="sibTrans" cxnId="{EB6975A8-ACB1-4C2D-8338-613C7D30D38C}">
      <dgm:prSet/>
      <dgm:spPr/>
      <dgm:t>
        <a:bodyPr/>
        <a:lstStyle/>
        <a:p>
          <a:endParaRPr lang="it-IT"/>
        </a:p>
      </dgm:t>
    </dgm:pt>
    <dgm:pt modelId="{403B837F-510C-4714-8053-1AE17B6873DA}" type="pres">
      <dgm:prSet presAssocID="{F4674E01-B267-4EBC-83D9-A1395ADE05B7}" presName="vert0" presStyleCnt="0">
        <dgm:presLayoutVars>
          <dgm:dir/>
          <dgm:animOne val="branch"/>
          <dgm:animLvl val="lvl"/>
        </dgm:presLayoutVars>
      </dgm:prSet>
      <dgm:spPr/>
    </dgm:pt>
    <dgm:pt modelId="{608846F9-001E-42C5-8AA4-32EE928085CD}" type="pres">
      <dgm:prSet presAssocID="{15C32041-A307-4494-A36F-3498292CBCEA}" presName="thickLine" presStyleLbl="alignNode1" presStyleIdx="0" presStyleCnt="4"/>
      <dgm:spPr/>
    </dgm:pt>
    <dgm:pt modelId="{5E763244-F7CC-41BA-8C61-97B2EC672D5C}" type="pres">
      <dgm:prSet presAssocID="{15C32041-A307-4494-A36F-3498292CBCEA}" presName="horz1" presStyleCnt="0"/>
      <dgm:spPr/>
    </dgm:pt>
    <dgm:pt modelId="{E5F33176-7FD6-4220-A12D-5E1372BAF42B}" type="pres">
      <dgm:prSet presAssocID="{15C32041-A307-4494-A36F-3498292CBCEA}" presName="tx1" presStyleLbl="revTx" presStyleIdx="0" presStyleCnt="4"/>
      <dgm:spPr/>
    </dgm:pt>
    <dgm:pt modelId="{CB30FC19-CB25-4691-8207-A27924BF592A}" type="pres">
      <dgm:prSet presAssocID="{15C32041-A307-4494-A36F-3498292CBCEA}" presName="vert1" presStyleCnt="0"/>
      <dgm:spPr/>
    </dgm:pt>
    <dgm:pt modelId="{B24F6995-DD44-4216-9BCD-EFDA3097681C}" type="pres">
      <dgm:prSet presAssocID="{F675AF78-FD5A-4F58-B48D-00B6294A091B}" presName="thickLine" presStyleLbl="alignNode1" presStyleIdx="1" presStyleCnt="4"/>
      <dgm:spPr/>
    </dgm:pt>
    <dgm:pt modelId="{64F92331-9600-4B5E-9B84-16ABEFA84CC4}" type="pres">
      <dgm:prSet presAssocID="{F675AF78-FD5A-4F58-B48D-00B6294A091B}" presName="horz1" presStyleCnt="0"/>
      <dgm:spPr/>
    </dgm:pt>
    <dgm:pt modelId="{A9EC6FF2-15B5-416A-B8B2-42554B07DCEF}" type="pres">
      <dgm:prSet presAssocID="{F675AF78-FD5A-4F58-B48D-00B6294A091B}" presName="tx1" presStyleLbl="revTx" presStyleIdx="1" presStyleCnt="4"/>
      <dgm:spPr/>
    </dgm:pt>
    <dgm:pt modelId="{3F7AEDD6-38E8-4D64-A368-876C1D0F0A73}" type="pres">
      <dgm:prSet presAssocID="{F675AF78-FD5A-4F58-B48D-00B6294A091B}" presName="vert1" presStyleCnt="0"/>
      <dgm:spPr/>
    </dgm:pt>
    <dgm:pt modelId="{6CAA6B81-A185-4422-9EEE-7CE26CDA420B}" type="pres">
      <dgm:prSet presAssocID="{F3391196-0F13-4E24-8E9C-6E84F8DDF609}" presName="thickLine" presStyleLbl="alignNode1" presStyleIdx="2" presStyleCnt="4"/>
      <dgm:spPr/>
    </dgm:pt>
    <dgm:pt modelId="{0E14B21B-1893-490C-95A2-11BA02FF6EC2}" type="pres">
      <dgm:prSet presAssocID="{F3391196-0F13-4E24-8E9C-6E84F8DDF609}" presName="horz1" presStyleCnt="0"/>
      <dgm:spPr/>
    </dgm:pt>
    <dgm:pt modelId="{1AD0F5D4-E864-4199-AF73-126FB29C6D81}" type="pres">
      <dgm:prSet presAssocID="{F3391196-0F13-4E24-8E9C-6E84F8DDF609}" presName="tx1" presStyleLbl="revTx" presStyleIdx="2" presStyleCnt="4"/>
      <dgm:spPr/>
    </dgm:pt>
    <dgm:pt modelId="{663771EA-9E7C-47DC-9A66-42893310CD83}" type="pres">
      <dgm:prSet presAssocID="{F3391196-0F13-4E24-8E9C-6E84F8DDF609}" presName="vert1" presStyleCnt="0"/>
      <dgm:spPr/>
    </dgm:pt>
    <dgm:pt modelId="{19AC0037-34A7-46D8-9A6A-A1418A80C36D}" type="pres">
      <dgm:prSet presAssocID="{49F1DF63-C318-4486-B3D9-02D6A8AD2704}" presName="thickLine" presStyleLbl="alignNode1" presStyleIdx="3" presStyleCnt="4"/>
      <dgm:spPr/>
    </dgm:pt>
    <dgm:pt modelId="{09728D0F-55EF-4309-BEA1-6646207BDB7A}" type="pres">
      <dgm:prSet presAssocID="{49F1DF63-C318-4486-B3D9-02D6A8AD2704}" presName="horz1" presStyleCnt="0"/>
      <dgm:spPr/>
    </dgm:pt>
    <dgm:pt modelId="{EF266BE6-80A2-4D7A-A707-6F4D8C06B041}" type="pres">
      <dgm:prSet presAssocID="{49F1DF63-C318-4486-B3D9-02D6A8AD2704}" presName="tx1" presStyleLbl="revTx" presStyleIdx="3" presStyleCnt="4" custLinFactNeighborX="91" custLinFactNeighborY="53290"/>
      <dgm:spPr/>
    </dgm:pt>
    <dgm:pt modelId="{C05A759D-421A-44ED-9C21-2DCB176B9994}" type="pres">
      <dgm:prSet presAssocID="{49F1DF63-C318-4486-B3D9-02D6A8AD2704}" presName="vert1" presStyleCnt="0"/>
      <dgm:spPr/>
    </dgm:pt>
  </dgm:ptLst>
  <dgm:cxnLst>
    <dgm:cxn modelId="{D5615F0E-C2FD-410F-A76D-32BAB7D459FD}" type="presOf" srcId="{F675AF78-FD5A-4F58-B48D-00B6294A091B}" destId="{A9EC6FF2-15B5-416A-B8B2-42554B07DCEF}" srcOrd="0" destOrd="0" presId="urn:microsoft.com/office/officeart/2008/layout/LinedList"/>
    <dgm:cxn modelId="{CCCFF724-F70B-4CE9-9B26-6328049C6AEC}" type="presOf" srcId="{F3391196-0F13-4E24-8E9C-6E84F8DDF609}" destId="{1AD0F5D4-E864-4199-AF73-126FB29C6D81}" srcOrd="0" destOrd="0" presId="urn:microsoft.com/office/officeart/2008/layout/LinedList"/>
    <dgm:cxn modelId="{6D64D625-A07B-432B-BC13-D627F1E6325E}" type="presOf" srcId="{49F1DF63-C318-4486-B3D9-02D6A8AD2704}" destId="{EF266BE6-80A2-4D7A-A707-6F4D8C06B041}" srcOrd="0" destOrd="0" presId="urn:microsoft.com/office/officeart/2008/layout/LinedList"/>
    <dgm:cxn modelId="{DBA9DD2F-6E8D-47BD-B845-9F579DB2FADD}" srcId="{F4674E01-B267-4EBC-83D9-A1395ADE05B7}" destId="{49F1DF63-C318-4486-B3D9-02D6A8AD2704}" srcOrd="3" destOrd="0" parTransId="{B7428CEC-2F3C-45CE-B894-39C244038A60}" sibTransId="{7E1F1154-040F-43DA-96CF-DBABE3C2F018}"/>
    <dgm:cxn modelId="{84DF864F-32F0-42D0-9135-2FB545538341}" type="presOf" srcId="{F4674E01-B267-4EBC-83D9-A1395ADE05B7}" destId="{403B837F-510C-4714-8053-1AE17B6873DA}" srcOrd="0" destOrd="0" presId="urn:microsoft.com/office/officeart/2008/layout/LinedList"/>
    <dgm:cxn modelId="{7D3C16A7-1DA5-4F22-A3AD-7B7AD9F004DC}" srcId="{F4674E01-B267-4EBC-83D9-A1395ADE05B7}" destId="{F675AF78-FD5A-4F58-B48D-00B6294A091B}" srcOrd="1" destOrd="0" parTransId="{95AB1731-6CC8-4199-A19B-40217F4DF401}" sibTransId="{61F3E850-1ECD-471E-911C-891F629E1861}"/>
    <dgm:cxn modelId="{EB6975A8-ACB1-4C2D-8338-613C7D30D38C}" srcId="{F4674E01-B267-4EBC-83D9-A1395ADE05B7}" destId="{F3391196-0F13-4E24-8E9C-6E84F8DDF609}" srcOrd="2" destOrd="0" parTransId="{2C182FBA-C227-4270-A137-DBC17833B8C3}" sibTransId="{A20B6EFE-478A-42B3-8CD9-9769D062958E}"/>
    <dgm:cxn modelId="{E93721DD-5529-448C-AE47-7A4CF9222748}" type="presOf" srcId="{15C32041-A307-4494-A36F-3498292CBCEA}" destId="{E5F33176-7FD6-4220-A12D-5E1372BAF42B}" srcOrd="0" destOrd="0" presId="urn:microsoft.com/office/officeart/2008/layout/LinedList"/>
    <dgm:cxn modelId="{4F5E79E7-5CF0-410C-9A1A-6DD39F7BF29F}" srcId="{F4674E01-B267-4EBC-83D9-A1395ADE05B7}" destId="{15C32041-A307-4494-A36F-3498292CBCEA}" srcOrd="0" destOrd="0" parTransId="{2965857C-5EA8-4024-84DC-10E4A6AE1DF6}" sibTransId="{30C72D90-6EA2-4096-8115-CDA79F94FA56}"/>
    <dgm:cxn modelId="{4B1241A8-F180-40EE-AA2D-FB8F8BC17155}" type="presParOf" srcId="{403B837F-510C-4714-8053-1AE17B6873DA}" destId="{608846F9-001E-42C5-8AA4-32EE928085CD}" srcOrd="0" destOrd="0" presId="urn:microsoft.com/office/officeart/2008/layout/LinedList"/>
    <dgm:cxn modelId="{195FB0F6-B47C-4FC8-A6C4-9223366169DE}" type="presParOf" srcId="{403B837F-510C-4714-8053-1AE17B6873DA}" destId="{5E763244-F7CC-41BA-8C61-97B2EC672D5C}" srcOrd="1" destOrd="0" presId="urn:microsoft.com/office/officeart/2008/layout/LinedList"/>
    <dgm:cxn modelId="{C3A2F11A-8B5F-43B6-A47B-83D00766D4A7}" type="presParOf" srcId="{5E763244-F7CC-41BA-8C61-97B2EC672D5C}" destId="{E5F33176-7FD6-4220-A12D-5E1372BAF42B}" srcOrd="0" destOrd="0" presId="urn:microsoft.com/office/officeart/2008/layout/LinedList"/>
    <dgm:cxn modelId="{7D2FABEF-2FA3-4D32-8ACD-9CA46B14E13E}" type="presParOf" srcId="{5E763244-F7CC-41BA-8C61-97B2EC672D5C}" destId="{CB30FC19-CB25-4691-8207-A27924BF592A}" srcOrd="1" destOrd="0" presId="urn:microsoft.com/office/officeart/2008/layout/LinedList"/>
    <dgm:cxn modelId="{2E1FA0E2-8B4E-455A-AFC0-1A1AA387B07E}" type="presParOf" srcId="{403B837F-510C-4714-8053-1AE17B6873DA}" destId="{B24F6995-DD44-4216-9BCD-EFDA3097681C}" srcOrd="2" destOrd="0" presId="urn:microsoft.com/office/officeart/2008/layout/LinedList"/>
    <dgm:cxn modelId="{EC4899D6-5DE6-492F-AF6B-E48B3136294E}" type="presParOf" srcId="{403B837F-510C-4714-8053-1AE17B6873DA}" destId="{64F92331-9600-4B5E-9B84-16ABEFA84CC4}" srcOrd="3" destOrd="0" presId="urn:microsoft.com/office/officeart/2008/layout/LinedList"/>
    <dgm:cxn modelId="{23DDC67B-3574-4ADB-91C2-E6C5511EAE90}" type="presParOf" srcId="{64F92331-9600-4B5E-9B84-16ABEFA84CC4}" destId="{A9EC6FF2-15B5-416A-B8B2-42554B07DCEF}" srcOrd="0" destOrd="0" presId="urn:microsoft.com/office/officeart/2008/layout/LinedList"/>
    <dgm:cxn modelId="{0B48CE9C-8FC6-4321-A257-A7D0AD47DF42}" type="presParOf" srcId="{64F92331-9600-4B5E-9B84-16ABEFA84CC4}" destId="{3F7AEDD6-38E8-4D64-A368-876C1D0F0A73}" srcOrd="1" destOrd="0" presId="urn:microsoft.com/office/officeart/2008/layout/LinedList"/>
    <dgm:cxn modelId="{7D7D30E1-DFBD-4F7F-A770-9DFA49942E37}" type="presParOf" srcId="{403B837F-510C-4714-8053-1AE17B6873DA}" destId="{6CAA6B81-A185-4422-9EEE-7CE26CDA420B}" srcOrd="4" destOrd="0" presId="urn:microsoft.com/office/officeart/2008/layout/LinedList"/>
    <dgm:cxn modelId="{14FD826F-0C1B-48E4-91B5-4B6EF9A01ABC}" type="presParOf" srcId="{403B837F-510C-4714-8053-1AE17B6873DA}" destId="{0E14B21B-1893-490C-95A2-11BA02FF6EC2}" srcOrd="5" destOrd="0" presId="urn:microsoft.com/office/officeart/2008/layout/LinedList"/>
    <dgm:cxn modelId="{E4B81543-6A61-4BC3-AE2D-206360CED597}" type="presParOf" srcId="{0E14B21B-1893-490C-95A2-11BA02FF6EC2}" destId="{1AD0F5D4-E864-4199-AF73-126FB29C6D81}" srcOrd="0" destOrd="0" presId="urn:microsoft.com/office/officeart/2008/layout/LinedList"/>
    <dgm:cxn modelId="{F01A6900-E74F-4754-854D-7B63FBD791D0}" type="presParOf" srcId="{0E14B21B-1893-490C-95A2-11BA02FF6EC2}" destId="{663771EA-9E7C-47DC-9A66-42893310CD83}" srcOrd="1" destOrd="0" presId="urn:microsoft.com/office/officeart/2008/layout/LinedList"/>
    <dgm:cxn modelId="{3F57D79E-C038-4073-953B-922DA7DD6C5D}" type="presParOf" srcId="{403B837F-510C-4714-8053-1AE17B6873DA}" destId="{19AC0037-34A7-46D8-9A6A-A1418A80C36D}" srcOrd="6" destOrd="0" presId="urn:microsoft.com/office/officeart/2008/layout/LinedList"/>
    <dgm:cxn modelId="{22E1C5C9-0867-404F-A803-023BF7BEABDF}" type="presParOf" srcId="{403B837F-510C-4714-8053-1AE17B6873DA}" destId="{09728D0F-55EF-4309-BEA1-6646207BDB7A}" srcOrd="7" destOrd="0" presId="urn:microsoft.com/office/officeart/2008/layout/LinedList"/>
    <dgm:cxn modelId="{0DC66952-FEFD-41E0-960B-4DE156D787DD}" type="presParOf" srcId="{09728D0F-55EF-4309-BEA1-6646207BDB7A}" destId="{EF266BE6-80A2-4D7A-A707-6F4D8C06B041}" srcOrd="0" destOrd="0" presId="urn:microsoft.com/office/officeart/2008/layout/LinedList"/>
    <dgm:cxn modelId="{124C5133-7846-4878-BD5A-0F9F05E518C7}" type="presParOf" srcId="{09728D0F-55EF-4309-BEA1-6646207BDB7A}" destId="{C05A759D-421A-44ED-9C21-2DCB176B999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37CDF5B-2665-41CD-ACF4-9ED58CA121AE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it-IT"/>
        </a:p>
      </dgm:t>
    </dgm:pt>
    <dgm:pt modelId="{FDBAAA97-900F-4F43-840B-34FB51847371}">
      <dgm:prSet phldrT="[Testo]" custT="1"/>
      <dgm:spPr>
        <a:solidFill>
          <a:srgbClr val="C00000"/>
        </a:solidFill>
      </dgm:spPr>
      <dgm:t>
        <a:bodyPr/>
        <a:lstStyle/>
        <a:p>
          <a:r>
            <a:rPr lang="it-IT" sz="1600" dirty="0"/>
            <a:t>Distanza tra gli schienali del sedile davanti e del sedile dietro (</a:t>
          </a:r>
          <a:r>
            <a:rPr lang="it-IT" sz="1600" dirty="0" err="1"/>
            <a:t>rseat</a:t>
          </a:r>
          <a:r>
            <a:rPr lang="it-IT" sz="1600" dirty="0"/>
            <a:t>):</a:t>
          </a:r>
        </a:p>
        <a:p>
          <a:r>
            <a:rPr lang="it-IT" sz="1600" b="1" dirty="0"/>
            <a:t>BASSO</a:t>
          </a:r>
          <a:r>
            <a:rPr lang="it-IT" sz="1600" dirty="0"/>
            <a:t> </a:t>
          </a:r>
          <a:br>
            <a:rPr lang="it-IT" sz="1600" dirty="0"/>
          </a:br>
          <a:endParaRPr lang="it-IT" sz="1600" dirty="0"/>
        </a:p>
      </dgm:t>
    </dgm:pt>
    <dgm:pt modelId="{9B361D20-0B58-411B-A82B-2996D7E0904A}" type="parTrans" cxnId="{9B68A17D-AAB5-4D68-B185-83727956CD05}">
      <dgm:prSet/>
      <dgm:spPr/>
      <dgm:t>
        <a:bodyPr/>
        <a:lstStyle/>
        <a:p>
          <a:endParaRPr lang="it-IT" sz="2000"/>
        </a:p>
      </dgm:t>
    </dgm:pt>
    <dgm:pt modelId="{81234CDE-ECD0-4FA6-91BC-E8E2FE8E23A1}" type="sibTrans" cxnId="{9B68A17D-AAB5-4D68-B185-83727956CD05}">
      <dgm:prSet/>
      <dgm:spPr/>
      <dgm:t>
        <a:bodyPr/>
        <a:lstStyle/>
        <a:p>
          <a:endParaRPr lang="it-IT" sz="2000"/>
        </a:p>
      </dgm:t>
    </dgm:pt>
    <dgm:pt modelId="{380F4F17-5C90-4B67-8021-A78973A1D490}">
      <dgm:prSet phldrT="[Testo]" custT="1"/>
      <dgm:spPr>
        <a:solidFill>
          <a:srgbClr val="C00000"/>
        </a:solidFill>
      </dgm:spPr>
      <dgm:t>
        <a:bodyPr/>
        <a:lstStyle/>
        <a:p>
          <a:pPr algn="ctr"/>
          <a:r>
            <a:rPr lang="it-IT" sz="1600" dirty="0"/>
            <a:t>Spazio sopra la testa (</a:t>
          </a:r>
          <a:r>
            <a:rPr lang="it-IT" sz="1600" dirty="0" err="1"/>
            <a:t>hroom</a:t>
          </a:r>
          <a:r>
            <a:rPr lang="it-IT" sz="1600" dirty="0"/>
            <a:t>):</a:t>
          </a:r>
        </a:p>
        <a:p>
          <a:pPr algn="ctr"/>
          <a:r>
            <a:rPr lang="it-IT" sz="1600" b="1" dirty="0"/>
            <a:t>BASSO</a:t>
          </a:r>
          <a:endParaRPr lang="it-IT" sz="1600" dirty="0"/>
        </a:p>
      </dgm:t>
    </dgm:pt>
    <dgm:pt modelId="{2365DCD5-D506-4F06-AC09-DABF0B47C25E}" type="parTrans" cxnId="{A41D8B00-0D7E-485E-8E8A-631148252112}">
      <dgm:prSet/>
      <dgm:spPr/>
      <dgm:t>
        <a:bodyPr/>
        <a:lstStyle/>
        <a:p>
          <a:endParaRPr lang="it-IT" sz="2000"/>
        </a:p>
      </dgm:t>
    </dgm:pt>
    <dgm:pt modelId="{B3070610-B7F9-4AF3-9F93-09090B9D2C5A}" type="sibTrans" cxnId="{A41D8B00-0D7E-485E-8E8A-631148252112}">
      <dgm:prSet/>
      <dgm:spPr/>
      <dgm:t>
        <a:bodyPr/>
        <a:lstStyle/>
        <a:p>
          <a:endParaRPr lang="it-IT" sz="2000"/>
        </a:p>
      </dgm:t>
    </dgm:pt>
    <dgm:pt modelId="{3623ECAA-C6FB-41A7-83F8-2B30208DD90F}">
      <dgm:prSet phldrT="[Testo]" custT="1"/>
      <dgm:spPr>
        <a:solidFill>
          <a:srgbClr val="C00000"/>
        </a:solidFill>
      </dgm:spPr>
      <dgm:t>
        <a:bodyPr/>
        <a:lstStyle/>
        <a:p>
          <a:r>
            <a:rPr lang="it-IT" sz="1600" dirty="0"/>
            <a:t>Capienza bagagliaio (</a:t>
          </a:r>
          <a:r>
            <a:rPr lang="it-IT" sz="1600" dirty="0" err="1"/>
            <a:t>trunk</a:t>
          </a:r>
          <a:r>
            <a:rPr lang="it-IT" sz="1600" dirty="0"/>
            <a:t>):</a:t>
          </a:r>
        </a:p>
        <a:p>
          <a:r>
            <a:rPr lang="it-IT" sz="1600" b="1" dirty="0"/>
            <a:t>BASSA</a:t>
          </a:r>
          <a:endParaRPr lang="it-IT" sz="1600" dirty="0"/>
        </a:p>
      </dgm:t>
    </dgm:pt>
    <dgm:pt modelId="{3B297CFF-9242-43FB-BB68-B58AA887A0C4}" type="parTrans" cxnId="{91667BD5-C518-406C-9D8F-D15762DA2C26}">
      <dgm:prSet/>
      <dgm:spPr/>
      <dgm:t>
        <a:bodyPr/>
        <a:lstStyle/>
        <a:p>
          <a:endParaRPr lang="it-IT" sz="2000"/>
        </a:p>
      </dgm:t>
    </dgm:pt>
    <dgm:pt modelId="{FC2F1289-FD42-45C2-9AF7-A698A1775515}" type="sibTrans" cxnId="{91667BD5-C518-406C-9D8F-D15762DA2C26}">
      <dgm:prSet/>
      <dgm:spPr/>
      <dgm:t>
        <a:bodyPr/>
        <a:lstStyle/>
        <a:p>
          <a:endParaRPr lang="it-IT" sz="2000"/>
        </a:p>
      </dgm:t>
    </dgm:pt>
    <dgm:pt modelId="{E3E5CA0A-A1B1-4971-8A5D-FAFC5F5E4E75}">
      <dgm:prSet phldrT="[Testo]" custT="1"/>
      <dgm:spPr>
        <a:solidFill>
          <a:srgbClr val="C00000"/>
        </a:solidFill>
      </dgm:spPr>
      <dgm:t>
        <a:bodyPr/>
        <a:lstStyle/>
        <a:p>
          <a:r>
            <a:rPr lang="it-IT" sz="1600" dirty="0"/>
            <a:t>Peso (weight):</a:t>
          </a:r>
        </a:p>
        <a:p>
          <a:r>
            <a:rPr lang="it-IT" sz="1600" b="1" dirty="0"/>
            <a:t>BASSO</a:t>
          </a:r>
          <a:endParaRPr lang="it-IT" sz="1600" dirty="0"/>
        </a:p>
      </dgm:t>
    </dgm:pt>
    <dgm:pt modelId="{A65878E3-0ED4-4476-BB47-A11249853E41}" type="parTrans" cxnId="{E3E6702D-100D-453C-83F3-6ED827BA3D96}">
      <dgm:prSet/>
      <dgm:spPr/>
      <dgm:t>
        <a:bodyPr/>
        <a:lstStyle/>
        <a:p>
          <a:endParaRPr lang="it-IT" sz="2000"/>
        </a:p>
      </dgm:t>
    </dgm:pt>
    <dgm:pt modelId="{48ECB02F-83BD-4BD0-915A-E0559A7D4A46}" type="sibTrans" cxnId="{E3E6702D-100D-453C-83F3-6ED827BA3D96}">
      <dgm:prSet/>
      <dgm:spPr/>
      <dgm:t>
        <a:bodyPr/>
        <a:lstStyle/>
        <a:p>
          <a:endParaRPr lang="it-IT" sz="2000"/>
        </a:p>
      </dgm:t>
    </dgm:pt>
    <dgm:pt modelId="{E836DC26-02C6-4C56-A246-151CA650CDFB}">
      <dgm:prSet phldrT="[Testo]" custT="1"/>
      <dgm:spPr>
        <a:solidFill>
          <a:srgbClr val="C00000"/>
        </a:solidFill>
      </dgm:spPr>
      <dgm:t>
        <a:bodyPr/>
        <a:lstStyle/>
        <a:p>
          <a:r>
            <a:rPr lang="it-IT" sz="1600" dirty="0"/>
            <a:t>Lunghezza (</a:t>
          </a:r>
          <a:r>
            <a:rPr lang="it-IT" sz="1600" dirty="0" err="1"/>
            <a:t>length</a:t>
          </a:r>
          <a:r>
            <a:rPr lang="it-IT" sz="1600" dirty="0"/>
            <a:t>):</a:t>
          </a:r>
        </a:p>
        <a:p>
          <a:r>
            <a:rPr lang="it-IT" sz="1600" b="1" dirty="0"/>
            <a:t>BASSA</a:t>
          </a:r>
          <a:endParaRPr lang="it-IT" sz="1600" dirty="0"/>
        </a:p>
      </dgm:t>
    </dgm:pt>
    <dgm:pt modelId="{FA7007BC-1B6D-490B-8CFE-1F0348EA1C1A}" type="parTrans" cxnId="{D70E9744-2CC4-4EFC-977F-183C92230AA8}">
      <dgm:prSet/>
      <dgm:spPr/>
      <dgm:t>
        <a:bodyPr/>
        <a:lstStyle/>
        <a:p>
          <a:endParaRPr lang="it-IT" sz="2000"/>
        </a:p>
      </dgm:t>
    </dgm:pt>
    <dgm:pt modelId="{9B0594D3-2EB2-461F-862D-2B3A05400F7C}" type="sibTrans" cxnId="{D70E9744-2CC4-4EFC-977F-183C92230AA8}">
      <dgm:prSet/>
      <dgm:spPr/>
      <dgm:t>
        <a:bodyPr/>
        <a:lstStyle/>
        <a:p>
          <a:endParaRPr lang="it-IT" sz="2000"/>
        </a:p>
      </dgm:t>
    </dgm:pt>
    <dgm:pt modelId="{8FC04BB5-0DB9-4D34-B73E-C5018DFCC6D0}">
      <dgm:prSet custT="1"/>
      <dgm:spPr>
        <a:solidFill>
          <a:srgbClr val="C00000"/>
        </a:solidFill>
      </dgm:spPr>
      <dgm:t>
        <a:bodyPr/>
        <a:lstStyle/>
        <a:p>
          <a:r>
            <a:rPr lang="it-IT" sz="1600" dirty="0"/>
            <a:t>Raggio</a:t>
          </a:r>
          <a:r>
            <a:rPr lang="it-IT" sz="1600" baseline="0" dirty="0"/>
            <a:t> di sterzata (turn):</a:t>
          </a:r>
        </a:p>
        <a:p>
          <a:r>
            <a:rPr lang="it-IT" sz="1600" b="1" dirty="0"/>
            <a:t>BASSO</a:t>
          </a:r>
          <a:endParaRPr lang="it-IT" sz="1600" dirty="0"/>
        </a:p>
      </dgm:t>
    </dgm:pt>
    <dgm:pt modelId="{BE0D3941-A53E-4BF6-995A-26EB9068DDFF}" type="parTrans" cxnId="{D7C84A01-C80A-45B5-8469-556CD09E8368}">
      <dgm:prSet/>
      <dgm:spPr/>
      <dgm:t>
        <a:bodyPr/>
        <a:lstStyle/>
        <a:p>
          <a:endParaRPr lang="it-IT" sz="2000"/>
        </a:p>
      </dgm:t>
    </dgm:pt>
    <dgm:pt modelId="{CC4DE2CC-9A8C-4569-99AE-C652FFB78100}" type="sibTrans" cxnId="{D7C84A01-C80A-45B5-8469-556CD09E8368}">
      <dgm:prSet/>
      <dgm:spPr/>
      <dgm:t>
        <a:bodyPr/>
        <a:lstStyle/>
        <a:p>
          <a:endParaRPr lang="it-IT" sz="2000"/>
        </a:p>
      </dgm:t>
    </dgm:pt>
    <dgm:pt modelId="{E295D482-B504-4DF4-8A5F-4CE6C6D2503C}">
      <dgm:prSet custT="1"/>
      <dgm:spPr>
        <a:solidFill>
          <a:srgbClr val="C00000"/>
        </a:solidFill>
      </dgm:spPr>
      <dgm:t>
        <a:bodyPr/>
        <a:lstStyle/>
        <a:p>
          <a:r>
            <a:rPr lang="it-IT" sz="1600" dirty="0"/>
            <a:t>Cilindrata (</a:t>
          </a:r>
          <a:r>
            <a:rPr lang="it-IT" sz="1600" dirty="0" err="1"/>
            <a:t>displa</a:t>
          </a:r>
          <a:r>
            <a:rPr lang="it-IT" sz="1600" baseline="0" dirty="0"/>
            <a:t>):</a:t>
          </a:r>
        </a:p>
        <a:p>
          <a:r>
            <a:rPr lang="it-IT" sz="1600" b="1" dirty="0"/>
            <a:t>BASSA</a:t>
          </a:r>
          <a:endParaRPr lang="it-IT" sz="1600" dirty="0"/>
        </a:p>
      </dgm:t>
    </dgm:pt>
    <dgm:pt modelId="{2AB4DB61-ED97-4C9C-8911-31214FC65E0A}" type="parTrans" cxnId="{66B44C6E-CD71-4D37-AF6D-6C71E3CFC28D}">
      <dgm:prSet/>
      <dgm:spPr/>
      <dgm:t>
        <a:bodyPr/>
        <a:lstStyle/>
        <a:p>
          <a:endParaRPr lang="it-IT" sz="2000"/>
        </a:p>
      </dgm:t>
    </dgm:pt>
    <dgm:pt modelId="{DE4F7189-0EAD-47E1-B8AE-0192B1EAD054}" type="sibTrans" cxnId="{66B44C6E-CD71-4D37-AF6D-6C71E3CFC28D}">
      <dgm:prSet/>
      <dgm:spPr/>
      <dgm:t>
        <a:bodyPr/>
        <a:lstStyle/>
        <a:p>
          <a:endParaRPr lang="it-IT" sz="2000"/>
        </a:p>
      </dgm:t>
    </dgm:pt>
    <dgm:pt modelId="{D5C83573-6B1D-4691-8521-A2464B816502}">
      <dgm:prSet phldrT="[Testo]" custT="1"/>
      <dgm:spPr>
        <a:solidFill>
          <a:schemeClr val="accent6"/>
        </a:solidFill>
      </dgm:spPr>
      <dgm:t>
        <a:bodyPr/>
        <a:lstStyle/>
        <a:p>
          <a:r>
            <a:rPr lang="it-IT" sz="1600" dirty="0"/>
            <a:t>Chilometri per litro (</a:t>
          </a:r>
          <a:r>
            <a:rPr lang="it-IT" sz="1600" dirty="0" err="1"/>
            <a:t>mpg</a:t>
          </a:r>
          <a:r>
            <a:rPr lang="it-IT" sz="1600" dirty="0"/>
            <a:t>):</a:t>
          </a:r>
        </a:p>
        <a:p>
          <a:r>
            <a:rPr lang="it-IT" sz="1600" b="1" dirty="0"/>
            <a:t>ALTO</a:t>
          </a:r>
        </a:p>
      </dgm:t>
    </dgm:pt>
    <dgm:pt modelId="{2E4C9955-DC82-4AB6-B890-701EDEB9BE58}" type="parTrans" cxnId="{3C7410BE-4C28-48A9-82C3-C47023B870CD}">
      <dgm:prSet/>
      <dgm:spPr/>
      <dgm:t>
        <a:bodyPr/>
        <a:lstStyle/>
        <a:p>
          <a:endParaRPr lang="it-IT" sz="2000"/>
        </a:p>
      </dgm:t>
    </dgm:pt>
    <dgm:pt modelId="{686ABD2E-B621-49DE-9AA2-25DCA0C57463}" type="sibTrans" cxnId="{3C7410BE-4C28-48A9-82C3-C47023B870CD}">
      <dgm:prSet/>
      <dgm:spPr/>
      <dgm:t>
        <a:bodyPr/>
        <a:lstStyle/>
        <a:p>
          <a:endParaRPr lang="it-IT" sz="2000"/>
        </a:p>
      </dgm:t>
    </dgm:pt>
    <dgm:pt modelId="{96F3C1AA-105A-4B8E-B60B-E1BC16406D64}">
      <dgm:prSet phldrT="[Testo]" custT="1"/>
      <dgm:spPr>
        <a:solidFill>
          <a:schemeClr val="accent6"/>
        </a:solidFill>
      </dgm:spPr>
      <dgm:t>
        <a:bodyPr/>
        <a:lstStyle/>
        <a:p>
          <a:r>
            <a:rPr lang="it-IT" sz="1600" dirty="0"/>
            <a:t>Rapporto di trasmissione (</a:t>
          </a:r>
          <a:r>
            <a:rPr lang="it-IT" sz="1600" dirty="0" err="1"/>
            <a:t>gratio</a:t>
          </a:r>
          <a:r>
            <a:rPr lang="it-IT" sz="1600" dirty="0"/>
            <a:t>):</a:t>
          </a:r>
        </a:p>
        <a:p>
          <a:r>
            <a:rPr lang="it-IT" sz="1600" b="1" dirty="0"/>
            <a:t>ALTO</a:t>
          </a:r>
          <a:br>
            <a:rPr lang="it-IT" sz="1600" dirty="0"/>
          </a:br>
          <a:endParaRPr lang="it-IT" sz="1600" dirty="0"/>
        </a:p>
      </dgm:t>
    </dgm:pt>
    <dgm:pt modelId="{3C1F3B9D-6C50-4907-90FA-D28A9B6774BD}" type="parTrans" cxnId="{789DD48E-159F-4DC8-8C2A-8EF3B91402A5}">
      <dgm:prSet/>
      <dgm:spPr/>
      <dgm:t>
        <a:bodyPr/>
        <a:lstStyle/>
        <a:p>
          <a:endParaRPr lang="it-IT" sz="2000"/>
        </a:p>
      </dgm:t>
    </dgm:pt>
    <dgm:pt modelId="{1D96732C-42F9-495A-9F4E-1060AA11365A}" type="sibTrans" cxnId="{789DD48E-159F-4DC8-8C2A-8EF3B91402A5}">
      <dgm:prSet/>
      <dgm:spPr/>
      <dgm:t>
        <a:bodyPr/>
        <a:lstStyle/>
        <a:p>
          <a:endParaRPr lang="it-IT" sz="2000"/>
        </a:p>
      </dgm:t>
    </dgm:pt>
    <dgm:pt modelId="{4C8A67C7-FD92-41DD-807D-6A2F8FB2C8A3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it-IT" sz="2000" dirty="0"/>
            <a:t>Origine (</a:t>
          </a:r>
          <a:r>
            <a:rPr lang="it-IT" sz="2000" dirty="0" err="1"/>
            <a:t>origin</a:t>
          </a:r>
          <a:r>
            <a:rPr lang="it-IT" sz="2000" dirty="0"/>
            <a:t>):</a:t>
          </a:r>
        </a:p>
        <a:p>
          <a:r>
            <a:rPr lang="it-IT" sz="2000" b="1" dirty="0"/>
            <a:t>J</a:t>
          </a:r>
        </a:p>
      </dgm:t>
    </dgm:pt>
    <dgm:pt modelId="{EF2178F2-4747-4BC0-B50D-0DA34ECE9A90}" type="parTrans" cxnId="{0E5B6F95-BFFB-4E7F-8B3A-1CDFE1A671BB}">
      <dgm:prSet/>
      <dgm:spPr/>
      <dgm:t>
        <a:bodyPr/>
        <a:lstStyle/>
        <a:p>
          <a:endParaRPr lang="it-IT" sz="2000"/>
        </a:p>
      </dgm:t>
    </dgm:pt>
    <dgm:pt modelId="{15167F88-183E-4B46-B260-6B4AA33A6AF5}" type="sibTrans" cxnId="{0E5B6F95-BFFB-4E7F-8B3A-1CDFE1A671BB}">
      <dgm:prSet/>
      <dgm:spPr/>
      <dgm:t>
        <a:bodyPr/>
        <a:lstStyle/>
        <a:p>
          <a:endParaRPr lang="it-IT" sz="2000"/>
        </a:p>
      </dgm:t>
    </dgm:pt>
    <dgm:pt modelId="{60A06DC1-0912-4BE0-82D3-6533E5D69962}">
      <dgm:prSet custT="1"/>
      <dgm:spPr>
        <a:solidFill>
          <a:srgbClr val="C00000"/>
        </a:solidFill>
      </dgm:spPr>
      <dgm:t>
        <a:bodyPr/>
        <a:lstStyle/>
        <a:p>
          <a:r>
            <a:rPr lang="it-IT" sz="1600" dirty="0"/>
            <a:t>Price (prezzo):</a:t>
          </a:r>
        </a:p>
        <a:p>
          <a:r>
            <a:rPr lang="it-IT" sz="1600" b="1" dirty="0"/>
            <a:t>BASSO</a:t>
          </a:r>
        </a:p>
      </dgm:t>
    </dgm:pt>
    <dgm:pt modelId="{BFCE1376-6E7C-495B-BB8E-C6125DC88A18}" type="parTrans" cxnId="{BA79712E-420C-4484-B3A5-0ED1AAE4FB92}">
      <dgm:prSet/>
      <dgm:spPr/>
      <dgm:t>
        <a:bodyPr/>
        <a:lstStyle/>
        <a:p>
          <a:endParaRPr lang="it-IT" sz="2000"/>
        </a:p>
      </dgm:t>
    </dgm:pt>
    <dgm:pt modelId="{4C6B7D37-5FFD-4232-AFA6-296599C30693}" type="sibTrans" cxnId="{BA79712E-420C-4484-B3A5-0ED1AAE4FB92}">
      <dgm:prSet/>
      <dgm:spPr/>
      <dgm:t>
        <a:bodyPr/>
        <a:lstStyle/>
        <a:p>
          <a:endParaRPr lang="it-IT" sz="2000"/>
        </a:p>
      </dgm:t>
    </dgm:pt>
    <dgm:pt modelId="{9F6EA48A-FA90-4804-9A11-52B041CAF07B}" type="pres">
      <dgm:prSet presAssocID="{637CDF5B-2665-41CD-ACF4-9ED58CA121AE}" presName="diagram" presStyleCnt="0">
        <dgm:presLayoutVars>
          <dgm:dir/>
          <dgm:resizeHandles val="exact"/>
        </dgm:presLayoutVars>
      </dgm:prSet>
      <dgm:spPr/>
    </dgm:pt>
    <dgm:pt modelId="{9A07D7B0-4492-4FA8-B949-8A46E78EC41D}" type="pres">
      <dgm:prSet presAssocID="{FDBAAA97-900F-4F43-840B-34FB51847371}" presName="node" presStyleLbl="node1" presStyleIdx="0" presStyleCnt="11">
        <dgm:presLayoutVars>
          <dgm:bulletEnabled val="1"/>
        </dgm:presLayoutVars>
      </dgm:prSet>
      <dgm:spPr/>
    </dgm:pt>
    <dgm:pt modelId="{08F6603C-875D-43B7-9321-7548176BC658}" type="pres">
      <dgm:prSet presAssocID="{81234CDE-ECD0-4FA6-91BC-E8E2FE8E23A1}" presName="sibTrans" presStyleCnt="0"/>
      <dgm:spPr/>
    </dgm:pt>
    <dgm:pt modelId="{45F0D007-B982-4B77-93DE-AA1548516C02}" type="pres">
      <dgm:prSet presAssocID="{380F4F17-5C90-4B67-8021-A78973A1D490}" presName="node" presStyleLbl="node1" presStyleIdx="1" presStyleCnt="11">
        <dgm:presLayoutVars>
          <dgm:bulletEnabled val="1"/>
        </dgm:presLayoutVars>
      </dgm:prSet>
      <dgm:spPr/>
    </dgm:pt>
    <dgm:pt modelId="{53AAE249-D06E-46D1-ACAC-3683A65C881F}" type="pres">
      <dgm:prSet presAssocID="{B3070610-B7F9-4AF3-9F93-09090B9D2C5A}" presName="sibTrans" presStyleCnt="0"/>
      <dgm:spPr/>
    </dgm:pt>
    <dgm:pt modelId="{DA9BB7E9-82F7-4776-B632-48D86CD41B5E}" type="pres">
      <dgm:prSet presAssocID="{3623ECAA-C6FB-41A7-83F8-2B30208DD90F}" presName="node" presStyleLbl="node1" presStyleIdx="2" presStyleCnt="11">
        <dgm:presLayoutVars>
          <dgm:bulletEnabled val="1"/>
        </dgm:presLayoutVars>
      </dgm:prSet>
      <dgm:spPr/>
    </dgm:pt>
    <dgm:pt modelId="{5B88D2F7-747A-4F87-904C-ED7B0020D27B}" type="pres">
      <dgm:prSet presAssocID="{FC2F1289-FD42-45C2-9AF7-A698A1775515}" presName="sibTrans" presStyleCnt="0"/>
      <dgm:spPr/>
    </dgm:pt>
    <dgm:pt modelId="{AC2232A9-83BB-4697-90D1-FA3CF3115E73}" type="pres">
      <dgm:prSet presAssocID="{E3E5CA0A-A1B1-4971-8A5D-FAFC5F5E4E75}" presName="node" presStyleLbl="node1" presStyleIdx="3" presStyleCnt="11">
        <dgm:presLayoutVars>
          <dgm:bulletEnabled val="1"/>
        </dgm:presLayoutVars>
      </dgm:prSet>
      <dgm:spPr/>
    </dgm:pt>
    <dgm:pt modelId="{6D54A56B-D180-4086-9405-C26F2139BD0F}" type="pres">
      <dgm:prSet presAssocID="{48ECB02F-83BD-4BD0-915A-E0559A7D4A46}" presName="sibTrans" presStyleCnt="0"/>
      <dgm:spPr/>
    </dgm:pt>
    <dgm:pt modelId="{9418D894-483D-40E1-BE28-AA8C801AED06}" type="pres">
      <dgm:prSet presAssocID="{E836DC26-02C6-4C56-A246-151CA650CDFB}" presName="node" presStyleLbl="node1" presStyleIdx="4" presStyleCnt="11">
        <dgm:presLayoutVars>
          <dgm:bulletEnabled val="1"/>
        </dgm:presLayoutVars>
      </dgm:prSet>
      <dgm:spPr/>
    </dgm:pt>
    <dgm:pt modelId="{4111C38A-BA0E-43E0-80ED-4D23B6596AFE}" type="pres">
      <dgm:prSet presAssocID="{9B0594D3-2EB2-461F-862D-2B3A05400F7C}" presName="sibTrans" presStyleCnt="0"/>
      <dgm:spPr/>
    </dgm:pt>
    <dgm:pt modelId="{1CF97586-AF3A-40ED-B247-2FABAA3482F8}" type="pres">
      <dgm:prSet presAssocID="{8FC04BB5-0DB9-4D34-B73E-C5018DFCC6D0}" presName="node" presStyleLbl="node1" presStyleIdx="5" presStyleCnt="11">
        <dgm:presLayoutVars>
          <dgm:bulletEnabled val="1"/>
        </dgm:presLayoutVars>
      </dgm:prSet>
      <dgm:spPr/>
    </dgm:pt>
    <dgm:pt modelId="{DCF433B7-4AE1-4758-AB10-15030F111B41}" type="pres">
      <dgm:prSet presAssocID="{CC4DE2CC-9A8C-4569-99AE-C652FFB78100}" presName="sibTrans" presStyleCnt="0"/>
      <dgm:spPr/>
    </dgm:pt>
    <dgm:pt modelId="{EF779B90-625E-493C-BA7F-DEDF33E670C4}" type="pres">
      <dgm:prSet presAssocID="{E295D482-B504-4DF4-8A5F-4CE6C6D2503C}" presName="node" presStyleLbl="node1" presStyleIdx="6" presStyleCnt="11">
        <dgm:presLayoutVars>
          <dgm:bulletEnabled val="1"/>
        </dgm:presLayoutVars>
      </dgm:prSet>
      <dgm:spPr/>
    </dgm:pt>
    <dgm:pt modelId="{6EACD6B8-7FCF-4E71-958F-90CB68D8A3AA}" type="pres">
      <dgm:prSet presAssocID="{DE4F7189-0EAD-47E1-B8AE-0192B1EAD054}" presName="sibTrans" presStyleCnt="0"/>
      <dgm:spPr/>
    </dgm:pt>
    <dgm:pt modelId="{70DC72F2-57F3-459E-8623-00E7B45E9CAD}" type="pres">
      <dgm:prSet presAssocID="{D5C83573-6B1D-4691-8521-A2464B816502}" presName="node" presStyleLbl="node1" presStyleIdx="7" presStyleCnt="11">
        <dgm:presLayoutVars>
          <dgm:bulletEnabled val="1"/>
        </dgm:presLayoutVars>
      </dgm:prSet>
      <dgm:spPr/>
    </dgm:pt>
    <dgm:pt modelId="{29EF311B-E8D9-440E-BBF0-F90D50064B13}" type="pres">
      <dgm:prSet presAssocID="{686ABD2E-B621-49DE-9AA2-25DCA0C57463}" presName="sibTrans" presStyleCnt="0"/>
      <dgm:spPr/>
    </dgm:pt>
    <dgm:pt modelId="{708F018F-7646-4E8B-9377-7CB829FE5AC9}" type="pres">
      <dgm:prSet presAssocID="{96F3C1AA-105A-4B8E-B60B-E1BC16406D64}" presName="node" presStyleLbl="node1" presStyleIdx="8" presStyleCnt="11">
        <dgm:presLayoutVars>
          <dgm:bulletEnabled val="1"/>
        </dgm:presLayoutVars>
      </dgm:prSet>
      <dgm:spPr/>
    </dgm:pt>
    <dgm:pt modelId="{EF89E2F8-897B-427B-AD4D-A465DB07A8FA}" type="pres">
      <dgm:prSet presAssocID="{1D96732C-42F9-495A-9F4E-1060AA11365A}" presName="sibTrans" presStyleCnt="0"/>
      <dgm:spPr/>
    </dgm:pt>
    <dgm:pt modelId="{8B1F8595-090A-43E8-86D9-EEA3A6CD562E}" type="pres">
      <dgm:prSet presAssocID="{4C8A67C7-FD92-41DD-807D-6A2F8FB2C8A3}" presName="node" presStyleLbl="node1" presStyleIdx="9" presStyleCnt="11">
        <dgm:presLayoutVars>
          <dgm:bulletEnabled val="1"/>
        </dgm:presLayoutVars>
      </dgm:prSet>
      <dgm:spPr/>
    </dgm:pt>
    <dgm:pt modelId="{9DF702A6-7A69-49E5-A98D-470528AB321E}" type="pres">
      <dgm:prSet presAssocID="{15167F88-183E-4B46-B260-6B4AA33A6AF5}" presName="sibTrans" presStyleCnt="0"/>
      <dgm:spPr/>
    </dgm:pt>
    <dgm:pt modelId="{5E551042-781D-450E-91DB-31CDEAE8CB3D}" type="pres">
      <dgm:prSet presAssocID="{60A06DC1-0912-4BE0-82D3-6533E5D69962}" presName="node" presStyleLbl="node1" presStyleIdx="10" presStyleCnt="11">
        <dgm:presLayoutVars>
          <dgm:bulletEnabled val="1"/>
        </dgm:presLayoutVars>
      </dgm:prSet>
      <dgm:spPr/>
    </dgm:pt>
  </dgm:ptLst>
  <dgm:cxnLst>
    <dgm:cxn modelId="{A41D8B00-0D7E-485E-8E8A-631148252112}" srcId="{637CDF5B-2665-41CD-ACF4-9ED58CA121AE}" destId="{380F4F17-5C90-4B67-8021-A78973A1D490}" srcOrd="1" destOrd="0" parTransId="{2365DCD5-D506-4F06-AC09-DABF0B47C25E}" sibTransId="{B3070610-B7F9-4AF3-9F93-09090B9D2C5A}"/>
    <dgm:cxn modelId="{D7C84A01-C80A-45B5-8469-556CD09E8368}" srcId="{637CDF5B-2665-41CD-ACF4-9ED58CA121AE}" destId="{8FC04BB5-0DB9-4D34-B73E-C5018DFCC6D0}" srcOrd="5" destOrd="0" parTransId="{BE0D3941-A53E-4BF6-995A-26EB9068DDFF}" sibTransId="{CC4DE2CC-9A8C-4569-99AE-C652FFB78100}"/>
    <dgm:cxn modelId="{CCA7AC07-CF43-4FE6-9282-6F9F8368B067}" type="presOf" srcId="{3623ECAA-C6FB-41A7-83F8-2B30208DD90F}" destId="{DA9BB7E9-82F7-4776-B632-48D86CD41B5E}" srcOrd="0" destOrd="0" presId="urn:microsoft.com/office/officeart/2005/8/layout/default"/>
    <dgm:cxn modelId="{E76C7612-30E2-4F88-9E6A-526E1E8D7D8E}" type="presOf" srcId="{8FC04BB5-0DB9-4D34-B73E-C5018DFCC6D0}" destId="{1CF97586-AF3A-40ED-B247-2FABAA3482F8}" srcOrd="0" destOrd="0" presId="urn:microsoft.com/office/officeart/2005/8/layout/default"/>
    <dgm:cxn modelId="{E3E6702D-100D-453C-83F3-6ED827BA3D96}" srcId="{637CDF5B-2665-41CD-ACF4-9ED58CA121AE}" destId="{E3E5CA0A-A1B1-4971-8A5D-FAFC5F5E4E75}" srcOrd="3" destOrd="0" parTransId="{A65878E3-0ED4-4476-BB47-A11249853E41}" sibTransId="{48ECB02F-83BD-4BD0-915A-E0559A7D4A46}"/>
    <dgm:cxn modelId="{BA79712E-420C-4484-B3A5-0ED1AAE4FB92}" srcId="{637CDF5B-2665-41CD-ACF4-9ED58CA121AE}" destId="{60A06DC1-0912-4BE0-82D3-6533E5D69962}" srcOrd="10" destOrd="0" parTransId="{BFCE1376-6E7C-495B-BB8E-C6125DC88A18}" sibTransId="{4C6B7D37-5FFD-4232-AFA6-296599C30693}"/>
    <dgm:cxn modelId="{D70E9744-2CC4-4EFC-977F-183C92230AA8}" srcId="{637CDF5B-2665-41CD-ACF4-9ED58CA121AE}" destId="{E836DC26-02C6-4C56-A246-151CA650CDFB}" srcOrd="4" destOrd="0" parTransId="{FA7007BC-1B6D-490B-8CFE-1F0348EA1C1A}" sibTransId="{9B0594D3-2EB2-461F-862D-2B3A05400F7C}"/>
    <dgm:cxn modelId="{245E4667-CDF1-4F9B-A5DB-EC46FA255F32}" type="presOf" srcId="{637CDF5B-2665-41CD-ACF4-9ED58CA121AE}" destId="{9F6EA48A-FA90-4804-9A11-52B041CAF07B}" srcOrd="0" destOrd="0" presId="urn:microsoft.com/office/officeart/2005/8/layout/default"/>
    <dgm:cxn modelId="{66B44C6E-CD71-4D37-AF6D-6C71E3CFC28D}" srcId="{637CDF5B-2665-41CD-ACF4-9ED58CA121AE}" destId="{E295D482-B504-4DF4-8A5F-4CE6C6D2503C}" srcOrd="6" destOrd="0" parTransId="{2AB4DB61-ED97-4C9C-8911-31214FC65E0A}" sibTransId="{DE4F7189-0EAD-47E1-B8AE-0192B1EAD054}"/>
    <dgm:cxn modelId="{06FD7157-55A0-42BC-A50B-C35EAF8161C0}" type="presOf" srcId="{4C8A67C7-FD92-41DD-807D-6A2F8FB2C8A3}" destId="{8B1F8595-090A-43E8-86D9-EEA3A6CD562E}" srcOrd="0" destOrd="0" presId="urn:microsoft.com/office/officeart/2005/8/layout/default"/>
    <dgm:cxn modelId="{9B68A17D-AAB5-4D68-B185-83727956CD05}" srcId="{637CDF5B-2665-41CD-ACF4-9ED58CA121AE}" destId="{FDBAAA97-900F-4F43-840B-34FB51847371}" srcOrd="0" destOrd="0" parTransId="{9B361D20-0B58-411B-A82B-2996D7E0904A}" sibTransId="{81234CDE-ECD0-4FA6-91BC-E8E2FE8E23A1}"/>
    <dgm:cxn modelId="{3B2A2481-B4A6-4EEE-B952-6B849A32E920}" type="presOf" srcId="{60A06DC1-0912-4BE0-82D3-6533E5D69962}" destId="{5E551042-781D-450E-91DB-31CDEAE8CB3D}" srcOrd="0" destOrd="0" presId="urn:microsoft.com/office/officeart/2005/8/layout/default"/>
    <dgm:cxn modelId="{9BB82B8A-2BA0-4A7E-AF83-FE236E046C09}" type="presOf" srcId="{96F3C1AA-105A-4B8E-B60B-E1BC16406D64}" destId="{708F018F-7646-4E8B-9377-7CB829FE5AC9}" srcOrd="0" destOrd="0" presId="urn:microsoft.com/office/officeart/2005/8/layout/default"/>
    <dgm:cxn modelId="{AC7C798E-02D4-4F04-A7F8-25670DD8C24C}" type="presOf" srcId="{D5C83573-6B1D-4691-8521-A2464B816502}" destId="{70DC72F2-57F3-459E-8623-00E7B45E9CAD}" srcOrd="0" destOrd="0" presId="urn:microsoft.com/office/officeart/2005/8/layout/default"/>
    <dgm:cxn modelId="{789DD48E-159F-4DC8-8C2A-8EF3B91402A5}" srcId="{637CDF5B-2665-41CD-ACF4-9ED58CA121AE}" destId="{96F3C1AA-105A-4B8E-B60B-E1BC16406D64}" srcOrd="8" destOrd="0" parTransId="{3C1F3B9D-6C50-4907-90FA-D28A9B6774BD}" sibTransId="{1D96732C-42F9-495A-9F4E-1060AA11365A}"/>
    <dgm:cxn modelId="{0E5B6F95-BFFB-4E7F-8B3A-1CDFE1A671BB}" srcId="{637CDF5B-2665-41CD-ACF4-9ED58CA121AE}" destId="{4C8A67C7-FD92-41DD-807D-6A2F8FB2C8A3}" srcOrd="9" destOrd="0" parTransId="{EF2178F2-4747-4BC0-B50D-0DA34ECE9A90}" sibTransId="{15167F88-183E-4B46-B260-6B4AA33A6AF5}"/>
    <dgm:cxn modelId="{B2A7D3A3-2360-4C6F-A77A-B3C8E3BAAA46}" type="presOf" srcId="{380F4F17-5C90-4B67-8021-A78973A1D490}" destId="{45F0D007-B982-4B77-93DE-AA1548516C02}" srcOrd="0" destOrd="0" presId="urn:microsoft.com/office/officeart/2005/8/layout/default"/>
    <dgm:cxn modelId="{3C7410BE-4C28-48A9-82C3-C47023B870CD}" srcId="{637CDF5B-2665-41CD-ACF4-9ED58CA121AE}" destId="{D5C83573-6B1D-4691-8521-A2464B816502}" srcOrd="7" destOrd="0" parTransId="{2E4C9955-DC82-4AB6-B890-701EDEB9BE58}" sibTransId="{686ABD2E-B621-49DE-9AA2-25DCA0C57463}"/>
    <dgm:cxn modelId="{415198D4-0747-4357-B51C-82EA35BE95A9}" type="presOf" srcId="{FDBAAA97-900F-4F43-840B-34FB51847371}" destId="{9A07D7B0-4492-4FA8-B949-8A46E78EC41D}" srcOrd="0" destOrd="0" presId="urn:microsoft.com/office/officeart/2005/8/layout/default"/>
    <dgm:cxn modelId="{91667BD5-C518-406C-9D8F-D15762DA2C26}" srcId="{637CDF5B-2665-41CD-ACF4-9ED58CA121AE}" destId="{3623ECAA-C6FB-41A7-83F8-2B30208DD90F}" srcOrd="2" destOrd="0" parTransId="{3B297CFF-9242-43FB-BB68-B58AA887A0C4}" sibTransId="{FC2F1289-FD42-45C2-9AF7-A698A1775515}"/>
    <dgm:cxn modelId="{21ADADDC-C838-4AB2-B396-7D7CC2FCD4DF}" type="presOf" srcId="{E836DC26-02C6-4C56-A246-151CA650CDFB}" destId="{9418D894-483D-40E1-BE28-AA8C801AED06}" srcOrd="0" destOrd="0" presId="urn:microsoft.com/office/officeart/2005/8/layout/default"/>
    <dgm:cxn modelId="{067CEDE6-4705-48BF-99FA-22ED4A669FC0}" type="presOf" srcId="{E295D482-B504-4DF4-8A5F-4CE6C6D2503C}" destId="{EF779B90-625E-493C-BA7F-DEDF33E670C4}" srcOrd="0" destOrd="0" presId="urn:microsoft.com/office/officeart/2005/8/layout/default"/>
    <dgm:cxn modelId="{C9C800FC-AEAF-459B-BBE8-9E57775BAC3D}" type="presOf" srcId="{E3E5CA0A-A1B1-4971-8A5D-FAFC5F5E4E75}" destId="{AC2232A9-83BB-4697-90D1-FA3CF3115E73}" srcOrd="0" destOrd="0" presId="urn:microsoft.com/office/officeart/2005/8/layout/default"/>
    <dgm:cxn modelId="{3D00D8D5-B905-44E1-B5C9-965EECCA41E2}" type="presParOf" srcId="{9F6EA48A-FA90-4804-9A11-52B041CAF07B}" destId="{9A07D7B0-4492-4FA8-B949-8A46E78EC41D}" srcOrd="0" destOrd="0" presId="urn:microsoft.com/office/officeart/2005/8/layout/default"/>
    <dgm:cxn modelId="{FA3C1F26-0A1D-4FD2-A4C1-1EAA1FED8341}" type="presParOf" srcId="{9F6EA48A-FA90-4804-9A11-52B041CAF07B}" destId="{08F6603C-875D-43B7-9321-7548176BC658}" srcOrd="1" destOrd="0" presId="urn:microsoft.com/office/officeart/2005/8/layout/default"/>
    <dgm:cxn modelId="{FC50B83E-7D4A-4A22-AC45-C1445F58D127}" type="presParOf" srcId="{9F6EA48A-FA90-4804-9A11-52B041CAF07B}" destId="{45F0D007-B982-4B77-93DE-AA1548516C02}" srcOrd="2" destOrd="0" presId="urn:microsoft.com/office/officeart/2005/8/layout/default"/>
    <dgm:cxn modelId="{4EDB4E04-9EE4-46DB-AC6F-A99EC1C3F5D6}" type="presParOf" srcId="{9F6EA48A-FA90-4804-9A11-52B041CAF07B}" destId="{53AAE249-D06E-46D1-ACAC-3683A65C881F}" srcOrd="3" destOrd="0" presId="urn:microsoft.com/office/officeart/2005/8/layout/default"/>
    <dgm:cxn modelId="{20CAADE8-5148-4027-B95B-3D078F589EF7}" type="presParOf" srcId="{9F6EA48A-FA90-4804-9A11-52B041CAF07B}" destId="{DA9BB7E9-82F7-4776-B632-48D86CD41B5E}" srcOrd="4" destOrd="0" presId="urn:microsoft.com/office/officeart/2005/8/layout/default"/>
    <dgm:cxn modelId="{81834B1B-E956-4566-94B8-964C1A40E804}" type="presParOf" srcId="{9F6EA48A-FA90-4804-9A11-52B041CAF07B}" destId="{5B88D2F7-747A-4F87-904C-ED7B0020D27B}" srcOrd="5" destOrd="0" presId="urn:microsoft.com/office/officeart/2005/8/layout/default"/>
    <dgm:cxn modelId="{64369449-2205-4460-8481-BEB49643CCC7}" type="presParOf" srcId="{9F6EA48A-FA90-4804-9A11-52B041CAF07B}" destId="{AC2232A9-83BB-4697-90D1-FA3CF3115E73}" srcOrd="6" destOrd="0" presId="urn:microsoft.com/office/officeart/2005/8/layout/default"/>
    <dgm:cxn modelId="{8D1A2A3F-2D50-484B-A767-34509AC0CFBE}" type="presParOf" srcId="{9F6EA48A-FA90-4804-9A11-52B041CAF07B}" destId="{6D54A56B-D180-4086-9405-C26F2139BD0F}" srcOrd="7" destOrd="0" presId="urn:microsoft.com/office/officeart/2005/8/layout/default"/>
    <dgm:cxn modelId="{014F549E-B5DD-4C57-825F-4A627AED5E22}" type="presParOf" srcId="{9F6EA48A-FA90-4804-9A11-52B041CAF07B}" destId="{9418D894-483D-40E1-BE28-AA8C801AED06}" srcOrd="8" destOrd="0" presId="urn:microsoft.com/office/officeart/2005/8/layout/default"/>
    <dgm:cxn modelId="{F12C6BCE-31D8-4CF3-8890-F9A248F8AF99}" type="presParOf" srcId="{9F6EA48A-FA90-4804-9A11-52B041CAF07B}" destId="{4111C38A-BA0E-43E0-80ED-4D23B6596AFE}" srcOrd="9" destOrd="0" presId="urn:microsoft.com/office/officeart/2005/8/layout/default"/>
    <dgm:cxn modelId="{496A61DF-2A73-4E2B-848B-65C99BF81B99}" type="presParOf" srcId="{9F6EA48A-FA90-4804-9A11-52B041CAF07B}" destId="{1CF97586-AF3A-40ED-B247-2FABAA3482F8}" srcOrd="10" destOrd="0" presId="urn:microsoft.com/office/officeart/2005/8/layout/default"/>
    <dgm:cxn modelId="{137D183D-CDEC-41CC-9755-46345E0AD98F}" type="presParOf" srcId="{9F6EA48A-FA90-4804-9A11-52B041CAF07B}" destId="{DCF433B7-4AE1-4758-AB10-15030F111B41}" srcOrd="11" destOrd="0" presId="urn:microsoft.com/office/officeart/2005/8/layout/default"/>
    <dgm:cxn modelId="{B6B92EA9-3199-4E49-95C3-C57ACF254741}" type="presParOf" srcId="{9F6EA48A-FA90-4804-9A11-52B041CAF07B}" destId="{EF779B90-625E-493C-BA7F-DEDF33E670C4}" srcOrd="12" destOrd="0" presId="urn:microsoft.com/office/officeart/2005/8/layout/default"/>
    <dgm:cxn modelId="{4F7FFC25-6BFF-43F9-9C7B-C5AF91AB5936}" type="presParOf" srcId="{9F6EA48A-FA90-4804-9A11-52B041CAF07B}" destId="{6EACD6B8-7FCF-4E71-958F-90CB68D8A3AA}" srcOrd="13" destOrd="0" presId="urn:microsoft.com/office/officeart/2005/8/layout/default"/>
    <dgm:cxn modelId="{C50E8A48-2248-446C-98D5-64F75267291E}" type="presParOf" srcId="{9F6EA48A-FA90-4804-9A11-52B041CAF07B}" destId="{70DC72F2-57F3-459E-8623-00E7B45E9CAD}" srcOrd="14" destOrd="0" presId="urn:microsoft.com/office/officeart/2005/8/layout/default"/>
    <dgm:cxn modelId="{9C64E4D3-1B8F-42DF-8243-EA81F92BC8EA}" type="presParOf" srcId="{9F6EA48A-FA90-4804-9A11-52B041CAF07B}" destId="{29EF311B-E8D9-440E-BBF0-F90D50064B13}" srcOrd="15" destOrd="0" presId="urn:microsoft.com/office/officeart/2005/8/layout/default"/>
    <dgm:cxn modelId="{8398E41B-A599-4391-A7AB-46C7E6C27AF9}" type="presParOf" srcId="{9F6EA48A-FA90-4804-9A11-52B041CAF07B}" destId="{708F018F-7646-4E8B-9377-7CB829FE5AC9}" srcOrd="16" destOrd="0" presId="urn:microsoft.com/office/officeart/2005/8/layout/default"/>
    <dgm:cxn modelId="{E7D5BFBC-7369-42B5-A5C2-BBC25E7E82C6}" type="presParOf" srcId="{9F6EA48A-FA90-4804-9A11-52B041CAF07B}" destId="{EF89E2F8-897B-427B-AD4D-A465DB07A8FA}" srcOrd="17" destOrd="0" presId="urn:microsoft.com/office/officeart/2005/8/layout/default"/>
    <dgm:cxn modelId="{63C542CA-BECC-4174-86B7-6863D969CA7B}" type="presParOf" srcId="{9F6EA48A-FA90-4804-9A11-52B041CAF07B}" destId="{8B1F8595-090A-43E8-86D9-EEA3A6CD562E}" srcOrd="18" destOrd="0" presId="urn:microsoft.com/office/officeart/2005/8/layout/default"/>
    <dgm:cxn modelId="{A2A8834A-0170-4EAA-84A0-7CFA169DE73C}" type="presParOf" srcId="{9F6EA48A-FA90-4804-9A11-52B041CAF07B}" destId="{9DF702A6-7A69-49E5-A98D-470528AB321E}" srcOrd="19" destOrd="0" presId="urn:microsoft.com/office/officeart/2005/8/layout/default"/>
    <dgm:cxn modelId="{026988D2-177F-4B36-BAC9-235BB61796CB}" type="presParOf" srcId="{9F6EA48A-FA90-4804-9A11-52B041CAF07B}" destId="{5E551042-781D-450E-91DB-31CDEAE8CB3D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37CDF5B-2665-41CD-ACF4-9ED58CA121AE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it-IT"/>
        </a:p>
      </dgm:t>
    </dgm:pt>
    <dgm:pt modelId="{FDBAAA97-900F-4F43-840B-34FB51847371}">
      <dgm:prSet phldrT="[Testo]" custT="1"/>
      <dgm:spPr>
        <a:solidFill>
          <a:srgbClr val="C00000"/>
        </a:solidFill>
      </dgm:spPr>
      <dgm:t>
        <a:bodyPr/>
        <a:lstStyle/>
        <a:p>
          <a:r>
            <a:rPr lang="it-IT" sz="1600" dirty="0"/>
            <a:t>Distanza tra gli schienali del sedile davanti e del sedile dietro (</a:t>
          </a:r>
          <a:r>
            <a:rPr lang="it-IT" sz="1600" dirty="0" err="1"/>
            <a:t>rseat</a:t>
          </a:r>
          <a:r>
            <a:rPr lang="it-IT" sz="1600" dirty="0"/>
            <a:t>):</a:t>
          </a:r>
        </a:p>
        <a:p>
          <a:r>
            <a:rPr lang="it-IT" sz="1600" b="1" dirty="0"/>
            <a:t>BASSO</a:t>
          </a:r>
          <a:r>
            <a:rPr lang="it-IT" sz="1600" dirty="0"/>
            <a:t> </a:t>
          </a:r>
          <a:br>
            <a:rPr lang="it-IT" sz="1600" dirty="0"/>
          </a:br>
          <a:endParaRPr lang="it-IT" sz="1600" dirty="0"/>
        </a:p>
      </dgm:t>
    </dgm:pt>
    <dgm:pt modelId="{9B361D20-0B58-411B-A82B-2996D7E0904A}" type="parTrans" cxnId="{9B68A17D-AAB5-4D68-B185-83727956CD05}">
      <dgm:prSet/>
      <dgm:spPr/>
      <dgm:t>
        <a:bodyPr/>
        <a:lstStyle/>
        <a:p>
          <a:endParaRPr lang="it-IT" sz="2000"/>
        </a:p>
      </dgm:t>
    </dgm:pt>
    <dgm:pt modelId="{81234CDE-ECD0-4FA6-91BC-E8E2FE8E23A1}" type="sibTrans" cxnId="{9B68A17D-AAB5-4D68-B185-83727956CD05}">
      <dgm:prSet/>
      <dgm:spPr/>
      <dgm:t>
        <a:bodyPr/>
        <a:lstStyle/>
        <a:p>
          <a:endParaRPr lang="it-IT" sz="2000"/>
        </a:p>
      </dgm:t>
    </dgm:pt>
    <dgm:pt modelId="{380F4F17-5C90-4B67-8021-A78973A1D490}">
      <dgm:prSet phldrT="[Testo]" custT="1"/>
      <dgm:spPr>
        <a:solidFill>
          <a:srgbClr val="C00000"/>
        </a:solidFill>
      </dgm:spPr>
      <dgm:t>
        <a:bodyPr/>
        <a:lstStyle/>
        <a:p>
          <a:pPr algn="ctr"/>
          <a:r>
            <a:rPr lang="it-IT" sz="1600" dirty="0"/>
            <a:t>Spazio sopra la testa (</a:t>
          </a:r>
          <a:r>
            <a:rPr lang="it-IT" sz="1600" dirty="0" err="1"/>
            <a:t>hroom</a:t>
          </a:r>
          <a:r>
            <a:rPr lang="it-IT" sz="1600" dirty="0"/>
            <a:t>):</a:t>
          </a:r>
        </a:p>
        <a:p>
          <a:pPr algn="ctr"/>
          <a:r>
            <a:rPr lang="it-IT" sz="1600" b="1" dirty="0"/>
            <a:t>BASSO</a:t>
          </a:r>
          <a:endParaRPr lang="it-IT" sz="1600" dirty="0"/>
        </a:p>
      </dgm:t>
    </dgm:pt>
    <dgm:pt modelId="{2365DCD5-D506-4F06-AC09-DABF0B47C25E}" type="parTrans" cxnId="{A41D8B00-0D7E-485E-8E8A-631148252112}">
      <dgm:prSet/>
      <dgm:spPr/>
      <dgm:t>
        <a:bodyPr/>
        <a:lstStyle/>
        <a:p>
          <a:endParaRPr lang="it-IT" sz="2000"/>
        </a:p>
      </dgm:t>
    </dgm:pt>
    <dgm:pt modelId="{B3070610-B7F9-4AF3-9F93-09090B9D2C5A}" type="sibTrans" cxnId="{A41D8B00-0D7E-485E-8E8A-631148252112}">
      <dgm:prSet/>
      <dgm:spPr/>
      <dgm:t>
        <a:bodyPr/>
        <a:lstStyle/>
        <a:p>
          <a:endParaRPr lang="it-IT" sz="2000"/>
        </a:p>
      </dgm:t>
    </dgm:pt>
    <dgm:pt modelId="{3623ECAA-C6FB-41A7-83F8-2B30208DD90F}">
      <dgm:prSet phldrT="[Testo]" custT="1"/>
      <dgm:spPr>
        <a:solidFill>
          <a:srgbClr val="C00000"/>
        </a:solidFill>
      </dgm:spPr>
      <dgm:t>
        <a:bodyPr/>
        <a:lstStyle/>
        <a:p>
          <a:r>
            <a:rPr lang="it-IT" sz="1600" dirty="0"/>
            <a:t>Capienza bagagliaio (</a:t>
          </a:r>
          <a:r>
            <a:rPr lang="it-IT" sz="1600" dirty="0" err="1"/>
            <a:t>trunk</a:t>
          </a:r>
          <a:r>
            <a:rPr lang="it-IT" sz="1600" dirty="0"/>
            <a:t>):</a:t>
          </a:r>
        </a:p>
        <a:p>
          <a:r>
            <a:rPr lang="it-IT" sz="1600" b="1" dirty="0"/>
            <a:t>BASSA</a:t>
          </a:r>
          <a:endParaRPr lang="it-IT" sz="1600" dirty="0"/>
        </a:p>
      </dgm:t>
    </dgm:pt>
    <dgm:pt modelId="{3B297CFF-9242-43FB-BB68-B58AA887A0C4}" type="parTrans" cxnId="{91667BD5-C518-406C-9D8F-D15762DA2C26}">
      <dgm:prSet/>
      <dgm:spPr/>
      <dgm:t>
        <a:bodyPr/>
        <a:lstStyle/>
        <a:p>
          <a:endParaRPr lang="it-IT" sz="2000"/>
        </a:p>
      </dgm:t>
    </dgm:pt>
    <dgm:pt modelId="{FC2F1289-FD42-45C2-9AF7-A698A1775515}" type="sibTrans" cxnId="{91667BD5-C518-406C-9D8F-D15762DA2C26}">
      <dgm:prSet/>
      <dgm:spPr/>
      <dgm:t>
        <a:bodyPr/>
        <a:lstStyle/>
        <a:p>
          <a:endParaRPr lang="it-IT" sz="2000"/>
        </a:p>
      </dgm:t>
    </dgm:pt>
    <dgm:pt modelId="{E3E5CA0A-A1B1-4971-8A5D-FAFC5F5E4E75}">
      <dgm:prSet phldrT="[Testo]" custT="1"/>
      <dgm:spPr>
        <a:solidFill>
          <a:srgbClr val="FDF959"/>
        </a:solidFill>
      </dgm:spPr>
      <dgm:t>
        <a:bodyPr/>
        <a:lstStyle/>
        <a:p>
          <a:r>
            <a:rPr lang="it-IT" sz="1600" dirty="0">
              <a:solidFill>
                <a:schemeClr val="tx1"/>
              </a:solidFill>
            </a:rPr>
            <a:t>Peso (weight):</a:t>
          </a:r>
        </a:p>
        <a:p>
          <a:r>
            <a:rPr lang="it-IT" sz="1600" b="1" dirty="0">
              <a:solidFill>
                <a:schemeClr val="tx1"/>
              </a:solidFill>
            </a:rPr>
            <a:t>MEDIO</a:t>
          </a:r>
          <a:endParaRPr lang="it-IT" sz="1600" dirty="0">
            <a:solidFill>
              <a:schemeClr val="tx1"/>
            </a:solidFill>
          </a:endParaRPr>
        </a:p>
      </dgm:t>
    </dgm:pt>
    <dgm:pt modelId="{A65878E3-0ED4-4476-BB47-A11249853E41}" type="parTrans" cxnId="{E3E6702D-100D-453C-83F3-6ED827BA3D96}">
      <dgm:prSet/>
      <dgm:spPr/>
      <dgm:t>
        <a:bodyPr/>
        <a:lstStyle/>
        <a:p>
          <a:endParaRPr lang="it-IT" sz="2000"/>
        </a:p>
      </dgm:t>
    </dgm:pt>
    <dgm:pt modelId="{48ECB02F-83BD-4BD0-915A-E0559A7D4A46}" type="sibTrans" cxnId="{E3E6702D-100D-453C-83F3-6ED827BA3D96}">
      <dgm:prSet/>
      <dgm:spPr/>
      <dgm:t>
        <a:bodyPr/>
        <a:lstStyle/>
        <a:p>
          <a:endParaRPr lang="it-IT" sz="2000"/>
        </a:p>
      </dgm:t>
    </dgm:pt>
    <dgm:pt modelId="{E836DC26-02C6-4C56-A246-151CA650CDFB}">
      <dgm:prSet phldrT="[Testo]" custT="1"/>
      <dgm:spPr>
        <a:solidFill>
          <a:srgbClr val="FDF959"/>
        </a:solidFill>
      </dgm:spPr>
      <dgm:t>
        <a:bodyPr/>
        <a:lstStyle/>
        <a:p>
          <a:r>
            <a:rPr lang="it-IT" sz="1600" dirty="0">
              <a:solidFill>
                <a:schemeClr val="tx1"/>
              </a:solidFill>
            </a:rPr>
            <a:t>Lunghezza (</a:t>
          </a:r>
          <a:r>
            <a:rPr lang="it-IT" sz="1600" dirty="0" err="1">
              <a:solidFill>
                <a:schemeClr val="tx1"/>
              </a:solidFill>
            </a:rPr>
            <a:t>length</a:t>
          </a:r>
          <a:r>
            <a:rPr lang="it-IT" sz="1600" dirty="0">
              <a:solidFill>
                <a:schemeClr val="tx1"/>
              </a:solidFill>
            </a:rPr>
            <a:t>):</a:t>
          </a:r>
        </a:p>
        <a:p>
          <a:r>
            <a:rPr lang="it-IT" sz="1600" b="1" dirty="0">
              <a:solidFill>
                <a:schemeClr val="tx1"/>
              </a:solidFill>
            </a:rPr>
            <a:t>MEDIA</a:t>
          </a:r>
          <a:endParaRPr lang="it-IT" sz="1600" dirty="0">
            <a:solidFill>
              <a:schemeClr val="tx1"/>
            </a:solidFill>
          </a:endParaRPr>
        </a:p>
      </dgm:t>
    </dgm:pt>
    <dgm:pt modelId="{FA7007BC-1B6D-490B-8CFE-1F0348EA1C1A}" type="parTrans" cxnId="{D70E9744-2CC4-4EFC-977F-183C92230AA8}">
      <dgm:prSet/>
      <dgm:spPr/>
      <dgm:t>
        <a:bodyPr/>
        <a:lstStyle/>
        <a:p>
          <a:endParaRPr lang="it-IT" sz="2000"/>
        </a:p>
      </dgm:t>
    </dgm:pt>
    <dgm:pt modelId="{9B0594D3-2EB2-461F-862D-2B3A05400F7C}" type="sibTrans" cxnId="{D70E9744-2CC4-4EFC-977F-183C92230AA8}">
      <dgm:prSet/>
      <dgm:spPr/>
      <dgm:t>
        <a:bodyPr/>
        <a:lstStyle/>
        <a:p>
          <a:endParaRPr lang="it-IT" sz="2000"/>
        </a:p>
      </dgm:t>
    </dgm:pt>
    <dgm:pt modelId="{8FC04BB5-0DB9-4D34-B73E-C5018DFCC6D0}">
      <dgm:prSet custT="1"/>
      <dgm:spPr>
        <a:solidFill>
          <a:srgbClr val="FDF959"/>
        </a:solidFill>
      </dgm:spPr>
      <dgm:t>
        <a:bodyPr/>
        <a:lstStyle/>
        <a:p>
          <a:r>
            <a:rPr lang="it-IT" sz="1600" dirty="0">
              <a:solidFill>
                <a:schemeClr val="tx1"/>
              </a:solidFill>
            </a:rPr>
            <a:t>Raggio</a:t>
          </a:r>
          <a:r>
            <a:rPr lang="it-IT" sz="1600" baseline="0" dirty="0">
              <a:solidFill>
                <a:schemeClr val="tx1"/>
              </a:solidFill>
            </a:rPr>
            <a:t> di sterzata (turn):</a:t>
          </a:r>
        </a:p>
        <a:p>
          <a:r>
            <a:rPr lang="it-IT" sz="1600" b="1" dirty="0">
              <a:solidFill>
                <a:schemeClr val="tx1"/>
              </a:solidFill>
            </a:rPr>
            <a:t>MEDIO</a:t>
          </a:r>
          <a:endParaRPr lang="it-IT" sz="1600" dirty="0">
            <a:solidFill>
              <a:schemeClr val="tx1"/>
            </a:solidFill>
          </a:endParaRPr>
        </a:p>
      </dgm:t>
    </dgm:pt>
    <dgm:pt modelId="{BE0D3941-A53E-4BF6-995A-26EB9068DDFF}" type="parTrans" cxnId="{D7C84A01-C80A-45B5-8469-556CD09E8368}">
      <dgm:prSet/>
      <dgm:spPr/>
      <dgm:t>
        <a:bodyPr/>
        <a:lstStyle/>
        <a:p>
          <a:endParaRPr lang="it-IT" sz="2000"/>
        </a:p>
      </dgm:t>
    </dgm:pt>
    <dgm:pt modelId="{CC4DE2CC-9A8C-4569-99AE-C652FFB78100}" type="sibTrans" cxnId="{D7C84A01-C80A-45B5-8469-556CD09E8368}">
      <dgm:prSet/>
      <dgm:spPr/>
      <dgm:t>
        <a:bodyPr/>
        <a:lstStyle/>
        <a:p>
          <a:endParaRPr lang="it-IT" sz="2000"/>
        </a:p>
      </dgm:t>
    </dgm:pt>
    <dgm:pt modelId="{E295D482-B504-4DF4-8A5F-4CE6C6D2503C}">
      <dgm:prSet custT="1"/>
      <dgm:spPr>
        <a:solidFill>
          <a:srgbClr val="FDF959"/>
        </a:solidFill>
      </dgm:spPr>
      <dgm:t>
        <a:bodyPr/>
        <a:lstStyle/>
        <a:p>
          <a:r>
            <a:rPr lang="it-IT" sz="1600" dirty="0">
              <a:solidFill>
                <a:schemeClr val="tx1"/>
              </a:solidFill>
            </a:rPr>
            <a:t>Cilindrata (</a:t>
          </a:r>
          <a:r>
            <a:rPr lang="it-IT" sz="1600" dirty="0" err="1">
              <a:solidFill>
                <a:schemeClr val="tx1"/>
              </a:solidFill>
            </a:rPr>
            <a:t>displa</a:t>
          </a:r>
          <a:r>
            <a:rPr lang="it-IT" sz="1600" baseline="0" dirty="0">
              <a:solidFill>
                <a:schemeClr val="tx1"/>
              </a:solidFill>
            </a:rPr>
            <a:t>):</a:t>
          </a:r>
        </a:p>
        <a:p>
          <a:r>
            <a:rPr lang="it-IT" sz="1600" b="1" dirty="0">
              <a:solidFill>
                <a:schemeClr val="tx1"/>
              </a:solidFill>
            </a:rPr>
            <a:t>MEDIA</a:t>
          </a:r>
          <a:endParaRPr lang="it-IT" sz="1600" dirty="0">
            <a:solidFill>
              <a:schemeClr val="tx1"/>
            </a:solidFill>
          </a:endParaRPr>
        </a:p>
      </dgm:t>
    </dgm:pt>
    <dgm:pt modelId="{2AB4DB61-ED97-4C9C-8911-31214FC65E0A}" type="parTrans" cxnId="{66B44C6E-CD71-4D37-AF6D-6C71E3CFC28D}">
      <dgm:prSet/>
      <dgm:spPr/>
      <dgm:t>
        <a:bodyPr/>
        <a:lstStyle/>
        <a:p>
          <a:endParaRPr lang="it-IT" sz="2000"/>
        </a:p>
      </dgm:t>
    </dgm:pt>
    <dgm:pt modelId="{DE4F7189-0EAD-47E1-B8AE-0192B1EAD054}" type="sibTrans" cxnId="{66B44C6E-CD71-4D37-AF6D-6C71E3CFC28D}">
      <dgm:prSet/>
      <dgm:spPr/>
      <dgm:t>
        <a:bodyPr/>
        <a:lstStyle/>
        <a:p>
          <a:endParaRPr lang="it-IT" sz="2000"/>
        </a:p>
      </dgm:t>
    </dgm:pt>
    <dgm:pt modelId="{D5C83573-6B1D-4691-8521-A2464B816502}">
      <dgm:prSet phldrT="[Testo]" custT="1"/>
      <dgm:spPr>
        <a:solidFill>
          <a:srgbClr val="C00000"/>
        </a:solidFill>
      </dgm:spPr>
      <dgm:t>
        <a:bodyPr/>
        <a:lstStyle/>
        <a:p>
          <a:r>
            <a:rPr lang="it-IT" sz="1600" dirty="0"/>
            <a:t>Chilometri per litro (</a:t>
          </a:r>
          <a:r>
            <a:rPr lang="it-IT" sz="1600" dirty="0" err="1"/>
            <a:t>mpg</a:t>
          </a:r>
          <a:r>
            <a:rPr lang="it-IT" sz="1600" dirty="0"/>
            <a:t>):</a:t>
          </a:r>
        </a:p>
        <a:p>
          <a:r>
            <a:rPr lang="it-IT" sz="1600" b="1" dirty="0"/>
            <a:t>BASSO</a:t>
          </a:r>
        </a:p>
      </dgm:t>
    </dgm:pt>
    <dgm:pt modelId="{2E4C9955-DC82-4AB6-B890-701EDEB9BE58}" type="parTrans" cxnId="{3C7410BE-4C28-48A9-82C3-C47023B870CD}">
      <dgm:prSet/>
      <dgm:spPr/>
      <dgm:t>
        <a:bodyPr/>
        <a:lstStyle/>
        <a:p>
          <a:endParaRPr lang="it-IT" sz="2000"/>
        </a:p>
      </dgm:t>
    </dgm:pt>
    <dgm:pt modelId="{686ABD2E-B621-49DE-9AA2-25DCA0C57463}" type="sibTrans" cxnId="{3C7410BE-4C28-48A9-82C3-C47023B870CD}">
      <dgm:prSet/>
      <dgm:spPr/>
      <dgm:t>
        <a:bodyPr/>
        <a:lstStyle/>
        <a:p>
          <a:endParaRPr lang="it-IT" sz="2000"/>
        </a:p>
      </dgm:t>
    </dgm:pt>
    <dgm:pt modelId="{96F3C1AA-105A-4B8E-B60B-E1BC16406D64}">
      <dgm:prSet phldrT="[Testo]" custT="1"/>
      <dgm:spPr>
        <a:solidFill>
          <a:srgbClr val="FDF959"/>
        </a:solidFill>
      </dgm:spPr>
      <dgm:t>
        <a:bodyPr/>
        <a:lstStyle/>
        <a:p>
          <a:r>
            <a:rPr lang="it-IT" sz="1600" dirty="0">
              <a:solidFill>
                <a:schemeClr val="tx1"/>
              </a:solidFill>
            </a:rPr>
            <a:t>Rapporto di trasmissione (</a:t>
          </a:r>
          <a:r>
            <a:rPr lang="it-IT" sz="1600" dirty="0" err="1">
              <a:solidFill>
                <a:schemeClr val="tx1"/>
              </a:solidFill>
            </a:rPr>
            <a:t>gratio</a:t>
          </a:r>
          <a:r>
            <a:rPr lang="it-IT" sz="1600" dirty="0">
              <a:solidFill>
                <a:schemeClr val="tx1"/>
              </a:solidFill>
            </a:rPr>
            <a:t>):</a:t>
          </a:r>
        </a:p>
        <a:p>
          <a:r>
            <a:rPr lang="it-IT" sz="1600" b="1" dirty="0">
              <a:solidFill>
                <a:schemeClr val="tx1"/>
              </a:solidFill>
            </a:rPr>
            <a:t>MEDIO</a:t>
          </a:r>
          <a:br>
            <a:rPr lang="it-IT" sz="1600" dirty="0">
              <a:solidFill>
                <a:schemeClr val="tx1"/>
              </a:solidFill>
            </a:rPr>
          </a:br>
          <a:endParaRPr lang="it-IT" sz="1600" dirty="0">
            <a:solidFill>
              <a:schemeClr val="tx1"/>
            </a:solidFill>
          </a:endParaRPr>
        </a:p>
      </dgm:t>
    </dgm:pt>
    <dgm:pt modelId="{3C1F3B9D-6C50-4907-90FA-D28A9B6774BD}" type="parTrans" cxnId="{789DD48E-159F-4DC8-8C2A-8EF3B91402A5}">
      <dgm:prSet/>
      <dgm:spPr/>
      <dgm:t>
        <a:bodyPr/>
        <a:lstStyle/>
        <a:p>
          <a:endParaRPr lang="it-IT" sz="2000"/>
        </a:p>
      </dgm:t>
    </dgm:pt>
    <dgm:pt modelId="{1D96732C-42F9-495A-9F4E-1060AA11365A}" type="sibTrans" cxnId="{789DD48E-159F-4DC8-8C2A-8EF3B91402A5}">
      <dgm:prSet/>
      <dgm:spPr/>
      <dgm:t>
        <a:bodyPr/>
        <a:lstStyle/>
        <a:p>
          <a:endParaRPr lang="it-IT" sz="2000"/>
        </a:p>
      </dgm:t>
    </dgm:pt>
    <dgm:pt modelId="{4C8A67C7-FD92-41DD-807D-6A2F8FB2C8A3}">
      <dgm:prSet custT="1"/>
      <dgm:spPr>
        <a:solidFill>
          <a:schemeClr val="accent5"/>
        </a:solidFill>
      </dgm:spPr>
      <dgm:t>
        <a:bodyPr/>
        <a:lstStyle/>
        <a:p>
          <a:r>
            <a:rPr lang="it-IT" sz="2000" dirty="0"/>
            <a:t>Origine (</a:t>
          </a:r>
          <a:r>
            <a:rPr lang="it-IT" sz="2000" dirty="0" err="1"/>
            <a:t>origin</a:t>
          </a:r>
          <a:r>
            <a:rPr lang="it-IT" sz="2000" dirty="0"/>
            <a:t>):</a:t>
          </a:r>
        </a:p>
        <a:p>
          <a:r>
            <a:rPr lang="it-IT" sz="2000" b="1" dirty="0"/>
            <a:t>A</a:t>
          </a:r>
        </a:p>
      </dgm:t>
    </dgm:pt>
    <dgm:pt modelId="{EF2178F2-4747-4BC0-B50D-0DA34ECE9A90}" type="parTrans" cxnId="{0E5B6F95-BFFB-4E7F-8B3A-1CDFE1A671BB}">
      <dgm:prSet/>
      <dgm:spPr/>
      <dgm:t>
        <a:bodyPr/>
        <a:lstStyle/>
        <a:p>
          <a:endParaRPr lang="it-IT" sz="2000"/>
        </a:p>
      </dgm:t>
    </dgm:pt>
    <dgm:pt modelId="{15167F88-183E-4B46-B260-6B4AA33A6AF5}" type="sibTrans" cxnId="{0E5B6F95-BFFB-4E7F-8B3A-1CDFE1A671BB}">
      <dgm:prSet/>
      <dgm:spPr/>
      <dgm:t>
        <a:bodyPr/>
        <a:lstStyle/>
        <a:p>
          <a:endParaRPr lang="it-IT" sz="2000"/>
        </a:p>
      </dgm:t>
    </dgm:pt>
    <dgm:pt modelId="{60A06DC1-0912-4BE0-82D3-6533E5D69962}">
      <dgm:prSet custT="1"/>
      <dgm:spPr>
        <a:solidFill>
          <a:srgbClr val="C00000"/>
        </a:solidFill>
      </dgm:spPr>
      <dgm:t>
        <a:bodyPr/>
        <a:lstStyle/>
        <a:p>
          <a:r>
            <a:rPr lang="it-IT" sz="1600" dirty="0"/>
            <a:t>Price (prezzo):</a:t>
          </a:r>
        </a:p>
        <a:p>
          <a:r>
            <a:rPr lang="it-IT" sz="1600" b="1" dirty="0"/>
            <a:t>BASSO</a:t>
          </a:r>
        </a:p>
      </dgm:t>
    </dgm:pt>
    <dgm:pt modelId="{BFCE1376-6E7C-495B-BB8E-C6125DC88A18}" type="parTrans" cxnId="{BA79712E-420C-4484-B3A5-0ED1AAE4FB92}">
      <dgm:prSet/>
      <dgm:spPr/>
      <dgm:t>
        <a:bodyPr/>
        <a:lstStyle/>
        <a:p>
          <a:endParaRPr lang="it-IT" sz="2000"/>
        </a:p>
      </dgm:t>
    </dgm:pt>
    <dgm:pt modelId="{4C6B7D37-5FFD-4232-AFA6-296599C30693}" type="sibTrans" cxnId="{BA79712E-420C-4484-B3A5-0ED1AAE4FB92}">
      <dgm:prSet/>
      <dgm:spPr/>
      <dgm:t>
        <a:bodyPr/>
        <a:lstStyle/>
        <a:p>
          <a:endParaRPr lang="it-IT" sz="2000"/>
        </a:p>
      </dgm:t>
    </dgm:pt>
    <dgm:pt modelId="{9F6EA48A-FA90-4804-9A11-52B041CAF07B}" type="pres">
      <dgm:prSet presAssocID="{637CDF5B-2665-41CD-ACF4-9ED58CA121AE}" presName="diagram" presStyleCnt="0">
        <dgm:presLayoutVars>
          <dgm:dir/>
          <dgm:resizeHandles val="exact"/>
        </dgm:presLayoutVars>
      </dgm:prSet>
      <dgm:spPr/>
    </dgm:pt>
    <dgm:pt modelId="{9A07D7B0-4492-4FA8-B949-8A46E78EC41D}" type="pres">
      <dgm:prSet presAssocID="{FDBAAA97-900F-4F43-840B-34FB51847371}" presName="node" presStyleLbl="node1" presStyleIdx="0" presStyleCnt="11">
        <dgm:presLayoutVars>
          <dgm:bulletEnabled val="1"/>
        </dgm:presLayoutVars>
      </dgm:prSet>
      <dgm:spPr/>
    </dgm:pt>
    <dgm:pt modelId="{08F6603C-875D-43B7-9321-7548176BC658}" type="pres">
      <dgm:prSet presAssocID="{81234CDE-ECD0-4FA6-91BC-E8E2FE8E23A1}" presName="sibTrans" presStyleCnt="0"/>
      <dgm:spPr/>
    </dgm:pt>
    <dgm:pt modelId="{45F0D007-B982-4B77-93DE-AA1548516C02}" type="pres">
      <dgm:prSet presAssocID="{380F4F17-5C90-4B67-8021-A78973A1D490}" presName="node" presStyleLbl="node1" presStyleIdx="1" presStyleCnt="11">
        <dgm:presLayoutVars>
          <dgm:bulletEnabled val="1"/>
        </dgm:presLayoutVars>
      </dgm:prSet>
      <dgm:spPr/>
    </dgm:pt>
    <dgm:pt modelId="{53AAE249-D06E-46D1-ACAC-3683A65C881F}" type="pres">
      <dgm:prSet presAssocID="{B3070610-B7F9-4AF3-9F93-09090B9D2C5A}" presName="sibTrans" presStyleCnt="0"/>
      <dgm:spPr/>
    </dgm:pt>
    <dgm:pt modelId="{DA9BB7E9-82F7-4776-B632-48D86CD41B5E}" type="pres">
      <dgm:prSet presAssocID="{3623ECAA-C6FB-41A7-83F8-2B30208DD90F}" presName="node" presStyleLbl="node1" presStyleIdx="2" presStyleCnt="11">
        <dgm:presLayoutVars>
          <dgm:bulletEnabled val="1"/>
        </dgm:presLayoutVars>
      </dgm:prSet>
      <dgm:spPr/>
    </dgm:pt>
    <dgm:pt modelId="{5B88D2F7-747A-4F87-904C-ED7B0020D27B}" type="pres">
      <dgm:prSet presAssocID="{FC2F1289-FD42-45C2-9AF7-A698A1775515}" presName="sibTrans" presStyleCnt="0"/>
      <dgm:spPr/>
    </dgm:pt>
    <dgm:pt modelId="{AC2232A9-83BB-4697-90D1-FA3CF3115E73}" type="pres">
      <dgm:prSet presAssocID="{E3E5CA0A-A1B1-4971-8A5D-FAFC5F5E4E75}" presName="node" presStyleLbl="node1" presStyleIdx="3" presStyleCnt="11">
        <dgm:presLayoutVars>
          <dgm:bulletEnabled val="1"/>
        </dgm:presLayoutVars>
      </dgm:prSet>
      <dgm:spPr/>
    </dgm:pt>
    <dgm:pt modelId="{6D54A56B-D180-4086-9405-C26F2139BD0F}" type="pres">
      <dgm:prSet presAssocID="{48ECB02F-83BD-4BD0-915A-E0559A7D4A46}" presName="sibTrans" presStyleCnt="0"/>
      <dgm:spPr/>
    </dgm:pt>
    <dgm:pt modelId="{9418D894-483D-40E1-BE28-AA8C801AED06}" type="pres">
      <dgm:prSet presAssocID="{E836DC26-02C6-4C56-A246-151CA650CDFB}" presName="node" presStyleLbl="node1" presStyleIdx="4" presStyleCnt="11">
        <dgm:presLayoutVars>
          <dgm:bulletEnabled val="1"/>
        </dgm:presLayoutVars>
      </dgm:prSet>
      <dgm:spPr/>
    </dgm:pt>
    <dgm:pt modelId="{4111C38A-BA0E-43E0-80ED-4D23B6596AFE}" type="pres">
      <dgm:prSet presAssocID="{9B0594D3-2EB2-461F-862D-2B3A05400F7C}" presName="sibTrans" presStyleCnt="0"/>
      <dgm:spPr/>
    </dgm:pt>
    <dgm:pt modelId="{1CF97586-AF3A-40ED-B247-2FABAA3482F8}" type="pres">
      <dgm:prSet presAssocID="{8FC04BB5-0DB9-4D34-B73E-C5018DFCC6D0}" presName="node" presStyleLbl="node1" presStyleIdx="5" presStyleCnt="11">
        <dgm:presLayoutVars>
          <dgm:bulletEnabled val="1"/>
        </dgm:presLayoutVars>
      </dgm:prSet>
      <dgm:spPr/>
    </dgm:pt>
    <dgm:pt modelId="{DCF433B7-4AE1-4758-AB10-15030F111B41}" type="pres">
      <dgm:prSet presAssocID="{CC4DE2CC-9A8C-4569-99AE-C652FFB78100}" presName="sibTrans" presStyleCnt="0"/>
      <dgm:spPr/>
    </dgm:pt>
    <dgm:pt modelId="{EF779B90-625E-493C-BA7F-DEDF33E670C4}" type="pres">
      <dgm:prSet presAssocID="{E295D482-B504-4DF4-8A5F-4CE6C6D2503C}" presName="node" presStyleLbl="node1" presStyleIdx="6" presStyleCnt="11">
        <dgm:presLayoutVars>
          <dgm:bulletEnabled val="1"/>
        </dgm:presLayoutVars>
      </dgm:prSet>
      <dgm:spPr/>
    </dgm:pt>
    <dgm:pt modelId="{6EACD6B8-7FCF-4E71-958F-90CB68D8A3AA}" type="pres">
      <dgm:prSet presAssocID="{DE4F7189-0EAD-47E1-B8AE-0192B1EAD054}" presName="sibTrans" presStyleCnt="0"/>
      <dgm:spPr/>
    </dgm:pt>
    <dgm:pt modelId="{70DC72F2-57F3-459E-8623-00E7B45E9CAD}" type="pres">
      <dgm:prSet presAssocID="{D5C83573-6B1D-4691-8521-A2464B816502}" presName="node" presStyleLbl="node1" presStyleIdx="7" presStyleCnt="11">
        <dgm:presLayoutVars>
          <dgm:bulletEnabled val="1"/>
        </dgm:presLayoutVars>
      </dgm:prSet>
      <dgm:spPr/>
    </dgm:pt>
    <dgm:pt modelId="{29EF311B-E8D9-440E-BBF0-F90D50064B13}" type="pres">
      <dgm:prSet presAssocID="{686ABD2E-B621-49DE-9AA2-25DCA0C57463}" presName="sibTrans" presStyleCnt="0"/>
      <dgm:spPr/>
    </dgm:pt>
    <dgm:pt modelId="{708F018F-7646-4E8B-9377-7CB829FE5AC9}" type="pres">
      <dgm:prSet presAssocID="{96F3C1AA-105A-4B8E-B60B-E1BC16406D64}" presName="node" presStyleLbl="node1" presStyleIdx="8" presStyleCnt="11">
        <dgm:presLayoutVars>
          <dgm:bulletEnabled val="1"/>
        </dgm:presLayoutVars>
      </dgm:prSet>
      <dgm:spPr/>
    </dgm:pt>
    <dgm:pt modelId="{EF89E2F8-897B-427B-AD4D-A465DB07A8FA}" type="pres">
      <dgm:prSet presAssocID="{1D96732C-42F9-495A-9F4E-1060AA11365A}" presName="sibTrans" presStyleCnt="0"/>
      <dgm:spPr/>
    </dgm:pt>
    <dgm:pt modelId="{8B1F8595-090A-43E8-86D9-EEA3A6CD562E}" type="pres">
      <dgm:prSet presAssocID="{4C8A67C7-FD92-41DD-807D-6A2F8FB2C8A3}" presName="node" presStyleLbl="node1" presStyleIdx="9" presStyleCnt="11">
        <dgm:presLayoutVars>
          <dgm:bulletEnabled val="1"/>
        </dgm:presLayoutVars>
      </dgm:prSet>
      <dgm:spPr/>
    </dgm:pt>
    <dgm:pt modelId="{9DF702A6-7A69-49E5-A98D-470528AB321E}" type="pres">
      <dgm:prSet presAssocID="{15167F88-183E-4B46-B260-6B4AA33A6AF5}" presName="sibTrans" presStyleCnt="0"/>
      <dgm:spPr/>
    </dgm:pt>
    <dgm:pt modelId="{5E551042-781D-450E-91DB-31CDEAE8CB3D}" type="pres">
      <dgm:prSet presAssocID="{60A06DC1-0912-4BE0-82D3-6533E5D69962}" presName="node" presStyleLbl="node1" presStyleIdx="10" presStyleCnt="11">
        <dgm:presLayoutVars>
          <dgm:bulletEnabled val="1"/>
        </dgm:presLayoutVars>
      </dgm:prSet>
      <dgm:spPr/>
    </dgm:pt>
  </dgm:ptLst>
  <dgm:cxnLst>
    <dgm:cxn modelId="{A41D8B00-0D7E-485E-8E8A-631148252112}" srcId="{637CDF5B-2665-41CD-ACF4-9ED58CA121AE}" destId="{380F4F17-5C90-4B67-8021-A78973A1D490}" srcOrd="1" destOrd="0" parTransId="{2365DCD5-D506-4F06-AC09-DABF0B47C25E}" sibTransId="{B3070610-B7F9-4AF3-9F93-09090B9D2C5A}"/>
    <dgm:cxn modelId="{D7C84A01-C80A-45B5-8469-556CD09E8368}" srcId="{637CDF5B-2665-41CD-ACF4-9ED58CA121AE}" destId="{8FC04BB5-0DB9-4D34-B73E-C5018DFCC6D0}" srcOrd="5" destOrd="0" parTransId="{BE0D3941-A53E-4BF6-995A-26EB9068DDFF}" sibTransId="{CC4DE2CC-9A8C-4569-99AE-C652FFB78100}"/>
    <dgm:cxn modelId="{CCA7AC07-CF43-4FE6-9282-6F9F8368B067}" type="presOf" srcId="{3623ECAA-C6FB-41A7-83F8-2B30208DD90F}" destId="{DA9BB7E9-82F7-4776-B632-48D86CD41B5E}" srcOrd="0" destOrd="0" presId="urn:microsoft.com/office/officeart/2005/8/layout/default"/>
    <dgm:cxn modelId="{E76C7612-30E2-4F88-9E6A-526E1E8D7D8E}" type="presOf" srcId="{8FC04BB5-0DB9-4D34-B73E-C5018DFCC6D0}" destId="{1CF97586-AF3A-40ED-B247-2FABAA3482F8}" srcOrd="0" destOrd="0" presId="urn:microsoft.com/office/officeart/2005/8/layout/default"/>
    <dgm:cxn modelId="{E3E6702D-100D-453C-83F3-6ED827BA3D96}" srcId="{637CDF5B-2665-41CD-ACF4-9ED58CA121AE}" destId="{E3E5CA0A-A1B1-4971-8A5D-FAFC5F5E4E75}" srcOrd="3" destOrd="0" parTransId="{A65878E3-0ED4-4476-BB47-A11249853E41}" sibTransId="{48ECB02F-83BD-4BD0-915A-E0559A7D4A46}"/>
    <dgm:cxn modelId="{BA79712E-420C-4484-B3A5-0ED1AAE4FB92}" srcId="{637CDF5B-2665-41CD-ACF4-9ED58CA121AE}" destId="{60A06DC1-0912-4BE0-82D3-6533E5D69962}" srcOrd="10" destOrd="0" parTransId="{BFCE1376-6E7C-495B-BB8E-C6125DC88A18}" sibTransId="{4C6B7D37-5FFD-4232-AFA6-296599C30693}"/>
    <dgm:cxn modelId="{D70E9744-2CC4-4EFC-977F-183C92230AA8}" srcId="{637CDF5B-2665-41CD-ACF4-9ED58CA121AE}" destId="{E836DC26-02C6-4C56-A246-151CA650CDFB}" srcOrd="4" destOrd="0" parTransId="{FA7007BC-1B6D-490B-8CFE-1F0348EA1C1A}" sibTransId="{9B0594D3-2EB2-461F-862D-2B3A05400F7C}"/>
    <dgm:cxn modelId="{245E4667-CDF1-4F9B-A5DB-EC46FA255F32}" type="presOf" srcId="{637CDF5B-2665-41CD-ACF4-9ED58CA121AE}" destId="{9F6EA48A-FA90-4804-9A11-52B041CAF07B}" srcOrd="0" destOrd="0" presId="urn:microsoft.com/office/officeart/2005/8/layout/default"/>
    <dgm:cxn modelId="{66B44C6E-CD71-4D37-AF6D-6C71E3CFC28D}" srcId="{637CDF5B-2665-41CD-ACF4-9ED58CA121AE}" destId="{E295D482-B504-4DF4-8A5F-4CE6C6D2503C}" srcOrd="6" destOrd="0" parTransId="{2AB4DB61-ED97-4C9C-8911-31214FC65E0A}" sibTransId="{DE4F7189-0EAD-47E1-B8AE-0192B1EAD054}"/>
    <dgm:cxn modelId="{06FD7157-55A0-42BC-A50B-C35EAF8161C0}" type="presOf" srcId="{4C8A67C7-FD92-41DD-807D-6A2F8FB2C8A3}" destId="{8B1F8595-090A-43E8-86D9-EEA3A6CD562E}" srcOrd="0" destOrd="0" presId="urn:microsoft.com/office/officeart/2005/8/layout/default"/>
    <dgm:cxn modelId="{9B68A17D-AAB5-4D68-B185-83727956CD05}" srcId="{637CDF5B-2665-41CD-ACF4-9ED58CA121AE}" destId="{FDBAAA97-900F-4F43-840B-34FB51847371}" srcOrd="0" destOrd="0" parTransId="{9B361D20-0B58-411B-A82B-2996D7E0904A}" sibTransId="{81234CDE-ECD0-4FA6-91BC-E8E2FE8E23A1}"/>
    <dgm:cxn modelId="{3B2A2481-B4A6-4EEE-B952-6B849A32E920}" type="presOf" srcId="{60A06DC1-0912-4BE0-82D3-6533E5D69962}" destId="{5E551042-781D-450E-91DB-31CDEAE8CB3D}" srcOrd="0" destOrd="0" presId="urn:microsoft.com/office/officeart/2005/8/layout/default"/>
    <dgm:cxn modelId="{9BB82B8A-2BA0-4A7E-AF83-FE236E046C09}" type="presOf" srcId="{96F3C1AA-105A-4B8E-B60B-E1BC16406D64}" destId="{708F018F-7646-4E8B-9377-7CB829FE5AC9}" srcOrd="0" destOrd="0" presId="urn:microsoft.com/office/officeart/2005/8/layout/default"/>
    <dgm:cxn modelId="{AC7C798E-02D4-4F04-A7F8-25670DD8C24C}" type="presOf" srcId="{D5C83573-6B1D-4691-8521-A2464B816502}" destId="{70DC72F2-57F3-459E-8623-00E7B45E9CAD}" srcOrd="0" destOrd="0" presId="urn:microsoft.com/office/officeart/2005/8/layout/default"/>
    <dgm:cxn modelId="{789DD48E-159F-4DC8-8C2A-8EF3B91402A5}" srcId="{637CDF5B-2665-41CD-ACF4-9ED58CA121AE}" destId="{96F3C1AA-105A-4B8E-B60B-E1BC16406D64}" srcOrd="8" destOrd="0" parTransId="{3C1F3B9D-6C50-4907-90FA-D28A9B6774BD}" sibTransId="{1D96732C-42F9-495A-9F4E-1060AA11365A}"/>
    <dgm:cxn modelId="{0E5B6F95-BFFB-4E7F-8B3A-1CDFE1A671BB}" srcId="{637CDF5B-2665-41CD-ACF4-9ED58CA121AE}" destId="{4C8A67C7-FD92-41DD-807D-6A2F8FB2C8A3}" srcOrd="9" destOrd="0" parTransId="{EF2178F2-4747-4BC0-B50D-0DA34ECE9A90}" sibTransId="{15167F88-183E-4B46-B260-6B4AA33A6AF5}"/>
    <dgm:cxn modelId="{B2A7D3A3-2360-4C6F-A77A-B3C8E3BAAA46}" type="presOf" srcId="{380F4F17-5C90-4B67-8021-A78973A1D490}" destId="{45F0D007-B982-4B77-93DE-AA1548516C02}" srcOrd="0" destOrd="0" presId="urn:microsoft.com/office/officeart/2005/8/layout/default"/>
    <dgm:cxn modelId="{3C7410BE-4C28-48A9-82C3-C47023B870CD}" srcId="{637CDF5B-2665-41CD-ACF4-9ED58CA121AE}" destId="{D5C83573-6B1D-4691-8521-A2464B816502}" srcOrd="7" destOrd="0" parTransId="{2E4C9955-DC82-4AB6-B890-701EDEB9BE58}" sibTransId="{686ABD2E-B621-49DE-9AA2-25DCA0C57463}"/>
    <dgm:cxn modelId="{415198D4-0747-4357-B51C-82EA35BE95A9}" type="presOf" srcId="{FDBAAA97-900F-4F43-840B-34FB51847371}" destId="{9A07D7B0-4492-4FA8-B949-8A46E78EC41D}" srcOrd="0" destOrd="0" presId="urn:microsoft.com/office/officeart/2005/8/layout/default"/>
    <dgm:cxn modelId="{91667BD5-C518-406C-9D8F-D15762DA2C26}" srcId="{637CDF5B-2665-41CD-ACF4-9ED58CA121AE}" destId="{3623ECAA-C6FB-41A7-83F8-2B30208DD90F}" srcOrd="2" destOrd="0" parTransId="{3B297CFF-9242-43FB-BB68-B58AA887A0C4}" sibTransId="{FC2F1289-FD42-45C2-9AF7-A698A1775515}"/>
    <dgm:cxn modelId="{21ADADDC-C838-4AB2-B396-7D7CC2FCD4DF}" type="presOf" srcId="{E836DC26-02C6-4C56-A246-151CA650CDFB}" destId="{9418D894-483D-40E1-BE28-AA8C801AED06}" srcOrd="0" destOrd="0" presId="urn:microsoft.com/office/officeart/2005/8/layout/default"/>
    <dgm:cxn modelId="{067CEDE6-4705-48BF-99FA-22ED4A669FC0}" type="presOf" srcId="{E295D482-B504-4DF4-8A5F-4CE6C6D2503C}" destId="{EF779B90-625E-493C-BA7F-DEDF33E670C4}" srcOrd="0" destOrd="0" presId="urn:microsoft.com/office/officeart/2005/8/layout/default"/>
    <dgm:cxn modelId="{C9C800FC-AEAF-459B-BBE8-9E57775BAC3D}" type="presOf" srcId="{E3E5CA0A-A1B1-4971-8A5D-FAFC5F5E4E75}" destId="{AC2232A9-83BB-4697-90D1-FA3CF3115E73}" srcOrd="0" destOrd="0" presId="urn:microsoft.com/office/officeart/2005/8/layout/default"/>
    <dgm:cxn modelId="{3D00D8D5-B905-44E1-B5C9-965EECCA41E2}" type="presParOf" srcId="{9F6EA48A-FA90-4804-9A11-52B041CAF07B}" destId="{9A07D7B0-4492-4FA8-B949-8A46E78EC41D}" srcOrd="0" destOrd="0" presId="urn:microsoft.com/office/officeart/2005/8/layout/default"/>
    <dgm:cxn modelId="{FA3C1F26-0A1D-4FD2-A4C1-1EAA1FED8341}" type="presParOf" srcId="{9F6EA48A-FA90-4804-9A11-52B041CAF07B}" destId="{08F6603C-875D-43B7-9321-7548176BC658}" srcOrd="1" destOrd="0" presId="urn:microsoft.com/office/officeart/2005/8/layout/default"/>
    <dgm:cxn modelId="{FC50B83E-7D4A-4A22-AC45-C1445F58D127}" type="presParOf" srcId="{9F6EA48A-FA90-4804-9A11-52B041CAF07B}" destId="{45F0D007-B982-4B77-93DE-AA1548516C02}" srcOrd="2" destOrd="0" presId="urn:microsoft.com/office/officeart/2005/8/layout/default"/>
    <dgm:cxn modelId="{4EDB4E04-9EE4-46DB-AC6F-A99EC1C3F5D6}" type="presParOf" srcId="{9F6EA48A-FA90-4804-9A11-52B041CAF07B}" destId="{53AAE249-D06E-46D1-ACAC-3683A65C881F}" srcOrd="3" destOrd="0" presId="urn:microsoft.com/office/officeart/2005/8/layout/default"/>
    <dgm:cxn modelId="{20CAADE8-5148-4027-B95B-3D078F589EF7}" type="presParOf" srcId="{9F6EA48A-FA90-4804-9A11-52B041CAF07B}" destId="{DA9BB7E9-82F7-4776-B632-48D86CD41B5E}" srcOrd="4" destOrd="0" presId="urn:microsoft.com/office/officeart/2005/8/layout/default"/>
    <dgm:cxn modelId="{81834B1B-E956-4566-94B8-964C1A40E804}" type="presParOf" srcId="{9F6EA48A-FA90-4804-9A11-52B041CAF07B}" destId="{5B88D2F7-747A-4F87-904C-ED7B0020D27B}" srcOrd="5" destOrd="0" presId="urn:microsoft.com/office/officeart/2005/8/layout/default"/>
    <dgm:cxn modelId="{64369449-2205-4460-8481-BEB49643CCC7}" type="presParOf" srcId="{9F6EA48A-FA90-4804-9A11-52B041CAF07B}" destId="{AC2232A9-83BB-4697-90D1-FA3CF3115E73}" srcOrd="6" destOrd="0" presId="urn:microsoft.com/office/officeart/2005/8/layout/default"/>
    <dgm:cxn modelId="{8D1A2A3F-2D50-484B-A767-34509AC0CFBE}" type="presParOf" srcId="{9F6EA48A-FA90-4804-9A11-52B041CAF07B}" destId="{6D54A56B-D180-4086-9405-C26F2139BD0F}" srcOrd="7" destOrd="0" presId="urn:microsoft.com/office/officeart/2005/8/layout/default"/>
    <dgm:cxn modelId="{014F549E-B5DD-4C57-825F-4A627AED5E22}" type="presParOf" srcId="{9F6EA48A-FA90-4804-9A11-52B041CAF07B}" destId="{9418D894-483D-40E1-BE28-AA8C801AED06}" srcOrd="8" destOrd="0" presId="urn:microsoft.com/office/officeart/2005/8/layout/default"/>
    <dgm:cxn modelId="{F12C6BCE-31D8-4CF3-8890-F9A248F8AF99}" type="presParOf" srcId="{9F6EA48A-FA90-4804-9A11-52B041CAF07B}" destId="{4111C38A-BA0E-43E0-80ED-4D23B6596AFE}" srcOrd="9" destOrd="0" presId="urn:microsoft.com/office/officeart/2005/8/layout/default"/>
    <dgm:cxn modelId="{496A61DF-2A73-4E2B-848B-65C99BF81B99}" type="presParOf" srcId="{9F6EA48A-FA90-4804-9A11-52B041CAF07B}" destId="{1CF97586-AF3A-40ED-B247-2FABAA3482F8}" srcOrd="10" destOrd="0" presId="urn:microsoft.com/office/officeart/2005/8/layout/default"/>
    <dgm:cxn modelId="{137D183D-CDEC-41CC-9755-46345E0AD98F}" type="presParOf" srcId="{9F6EA48A-FA90-4804-9A11-52B041CAF07B}" destId="{DCF433B7-4AE1-4758-AB10-15030F111B41}" srcOrd="11" destOrd="0" presId="urn:microsoft.com/office/officeart/2005/8/layout/default"/>
    <dgm:cxn modelId="{B6B92EA9-3199-4E49-95C3-C57ACF254741}" type="presParOf" srcId="{9F6EA48A-FA90-4804-9A11-52B041CAF07B}" destId="{EF779B90-625E-493C-BA7F-DEDF33E670C4}" srcOrd="12" destOrd="0" presId="urn:microsoft.com/office/officeart/2005/8/layout/default"/>
    <dgm:cxn modelId="{4F7FFC25-6BFF-43F9-9C7B-C5AF91AB5936}" type="presParOf" srcId="{9F6EA48A-FA90-4804-9A11-52B041CAF07B}" destId="{6EACD6B8-7FCF-4E71-958F-90CB68D8A3AA}" srcOrd="13" destOrd="0" presId="urn:microsoft.com/office/officeart/2005/8/layout/default"/>
    <dgm:cxn modelId="{C50E8A48-2248-446C-98D5-64F75267291E}" type="presParOf" srcId="{9F6EA48A-FA90-4804-9A11-52B041CAF07B}" destId="{70DC72F2-57F3-459E-8623-00E7B45E9CAD}" srcOrd="14" destOrd="0" presId="urn:microsoft.com/office/officeart/2005/8/layout/default"/>
    <dgm:cxn modelId="{9C64E4D3-1B8F-42DF-8243-EA81F92BC8EA}" type="presParOf" srcId="{9F6EA48A-FA90-4804-9A11-52B041CAF07B}" destId="{29EF311B-E8D9-440E-BBF0-F90D50064B13}" srcOrd="15" destOrd="0" presId="urn:microsoft.com/office/officeart/2005/8/layout/default"/>
    <dgm:cxn modelId="{8398E41B-A599-4391-A7AB-46C7E6C27AF9}" type="presParOf" srcId="{9F6EA48A-FA90-4804-9A11-52B041CAF07B}" destId="{708F018F-7646-4E8B-9377-7CB829FE5AC9}" srcOrd="16" destOrd="0" presId="urn:microsoft.com/office/officeart/2005/8/layout/default"/>
    <dgm:cxn modelId="{E7D5BFBC-7369-42B5-A5C2-BBC25E7E82C6}" type="presParOf" srcId="{9F6EA48A-FA90-4804-9A11-52B041CAF07B}" destId="{EF89E2F8-897B-427B-AD4D-A465DB07A8FA}" srcOrd="17" destOrd="0" presId="urn:microsoft.com/office/officeart/2005/8/layout/default"/>
    <dgm:cxn modelId="{63C542CA-BECC-4174-86B7-6863D969CA7B}" type="presParOf" srcId="{9F6EA48A-FA90-4804-9A11-52B041CAF07B}" destId="{8B1F8595-090A-43E8-86D9-EEA3A6CD562E}" srcOrd="18" destOrd="0" presId="urn:microsoft.com/office/officeart/2005/8/layout/default"/>
    <dgm:cxn modelId="{A2A8834A-0170-4EAA-84A0-7CFA169DE73C}" type="presParOf" srcId="{9F6EA48A-FA90-4804-9A11-52B041CAF07B}" destId="{9DF702A6-7A69-49E5-A98D-470528AB321E}" srcOrd="19" destOrd="0" presId="urn:microsoft.com/office/officeart/2005/8/layout/default"/>
    <dgm:cxn modelId="{026988D2-177F-4B36-BAC9-235BB61796CB}" type="presParOf" srcId="{9F6EA48A-FA90-4804-9A11-52B041CAF07B}" destId="{5E551042-781D-450E-91DB-31CDEAE8CB3D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E02D82F-CA3D-41CB-92FC-053F56D27107}" type="doc">
      <dgm:prSet loTypeId="urn:microsoft.com/office/officeart/2008/layout/AlternatingHexagons" loCatId="list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it-IT"/>
        </a:p>
      </dgm:t>
    </dgm:pt>
    <dgm:pt modelId="{0E319237-8380-4E49-8B74-86A565993C0A}">
      <dgm:prSet phldrT="[Testo]" custT="1"/>
      <dgm:spPr/>
      <dgm:t>
        <a:bodyPr/>
        <a:lstStyle/>
        <a:p>
          <a:r>
            <a:rPr lang="it-IT" sz="1800" dirty="0">
              <a:solidFill>
                <a:schemeClr val="tx1"/>
              </a:solidFill>
            </a:rPr>
            <a:t>Attributi fisici simili</a:t>
          </a:r>
        </a:p>
      </dgm:t>
    </dgm:pt>
    <dgm:pt modelId="{D644E6B5-6A16-463B-889A-799D2BEF2EB3}" type="parTrans" cxnId="{F3B7BFB0-26A2-4431-BC89-34FC9FC7E1D2}">
      <dgm:prSet/>
      <dgm:spPr/>
      <dgm:t>
        <a:bodyPr/>
        <a:lstStyle/>
        <a:p>
          <a:endParaRPr lang="it-IT" sz="2000">
            <a:solidFill>
              <a:schemeClr val="tx1"/>
            </a:solidFill>
          </a:endParaRPr>
        </a:p>
      </dgm:t>
    </dgm:pt>
    <dgm:pt modelId="{B0FEEFEE-41F1-4B15-87C3-D085B394C47B}" type="sibTrans" cxnId="{F3B7BFB0-26A2-4431-BC89-34FC9FC7E1D2}">
      <dgm:prSet custT="1"/>
      <dgm:spPr/>
      <dgm:t>
        <a:bodyPr/>
        <a:lstStyle/>
        <a:p>
          <a:endParaRPr lang="it-IT" sz="4000">
            <a:solidFill>
              <a:schemeClr val="tx1"/>
            </a:solidFill>
          </a:endParaRPr>
        </a:p>
      </dgm:t>
    </dgm:pt>
    <dgm:pt modelId="{503ADE66-3C12-4529-AF72-D0B05D1B184B}">
      <dgm:prSet phldrT="[Testo]" custT="1"/>
      <dgm:spPr/>
      <dgm:t>
        <a:bodyPr/>
        <a:lstStyle/>
        <a:p>
          <a:r>
            <a:rPr lang="it-IT" sz="1800" dirty="0">
              <a:solidFill>
                <a:schemeClr val="tx1"/>
              </a:solidFill>
            </a:rPr>
            <a:t>Differenza di origine</a:t>
          </a:r>
        </a:p>
      </dgm:t>
    </dgm:pt>
    <dgm:pt modelId="{A6215C0C-2CEB-4B57-8744-6E88A2FA82F6}" type="parTrans" cxnId="{2E337643-B287-451B-ABAF-83DF6F31F8DC}">
      <dgm:prSet/>
      <dgm:spPr/>
      <dgm:t>
        <a:bodyPr/>
        <a:lstStyle/>
        <a:p>
          <a:endParaRPr lang="it-IT" sz="2000">
            <a:solidFill>
              <a:schemeClr val="tx1"/>
            </a:solidFill>
          </a:endParaRPr>
        </a:p>
      </dgm:t>
    </dgm:pt>
    <dgm:pt modelId="{35914793-8F5F-4D5B-B484-F079EE4E4A31}" type="sibTrans" cxnId="{2E337643-B287-451B-ABAF-83DF6F31F8DC}">
      <dgm:prSet custT="1"/>
      <dgm:spPr/>
      <dgm:t>
        <a:bodyPr/>
        <a:lstStyle/>
        <a:p>
          <a:endParaRPr lang="it-IT" sz="4000">
            <a:solidFill>
              <a:schemeClr val="tx1"/>
            </a:solidFill>
          </a:endParaRPr>
        </a:p>
      </dgm:t>
    </dgm:pt>
    <dgm:pt modelId="{A2C6BD51-169C-4620-8B2F-E1B90B0F8872}">
      <dgm:prSet phldrT="[Testo]" custT="1"/>
      <dgm:spPr/>
      <dgm:t>
        <a:bodyPr lIns="0" rIns="0"/>
        <a:lstStyle/>
        <a:p>
          <a:pPr marL="0" indent="0" algn="ctr" defTabSz="179388">
            <a:tabLst/>
          </a:pPr>
          <a:r>
            <a:rPr lang="it-IT" sz="1800" dirty="0">
              <a:solidFill>
                <a:schemeClr val="tx1"/>
              </a:solidFill>
            </a:rPr>
            <a:t>Prezzo simile; differenza nella cilindrata e nel consumo</a:t>
          </a:r>
        </a:p>
      </dgm:t>
    </dgm:pt>
    <dgm:pt modelId="{61F9677F-FE44-4723-91E5-1D2CA7DB0784}" type="parTrans" cxnId="{C703E26A-E5F3-427A-943C-129C95C41A0D}">
      <dgm:prSet/>
      <dgm:spPr/>
      <dgm:t>
        <a:bodyPr/>
        <a:lstStyle/>
        <a:p>
          <a:endParaRPr lang="it-IT" sz="2000">
            <a:solidFill>
              <a:schemeClr val="tx1"/>
            </a:solidFill>
          </a:endParaRPr>
        </a:p>
      </dgm:t>
    </dgm:pt>
    <dgm:pt modelId="{00400066-40AA-40C0-AA4F-18B41E995B58}" type="sibTrans" cxnId="{C703E26A-E5F3-427A-943C-129C95C41A0D}">
      <dgm:prSet custT="1"/>
      <dgm:spPr/>
      <dgm:t>
        <a:bodyPr/>
        <a:lstStyle/>
        <a:p>
          <a:endParaRPr lang="it-IT" sz="4000">
            <a:solidFill>
              <a:schemeClr val="tx1"/>
            </a:solidFill>
          </a:endParaRPr>
        </a:p>
      </dgm:t>
    </dgm:pt>
    <dgm:pt modelId="{70052E01-126A-411D-9FDA-04BF67ECF263}" type="pres">
      <dgm:prSet presAssocID="{BE02D82F-CA3D-41CB-92FC-053F56D27107}" presName="Name0" presStyleCnt="0">
        <dgm:presLayoutVars>
          <dgm:chMax/>
          <dgm:chPref/>
          <dgm:dir/>
          <dgm:animLvl val="lvl"/>
        </dgm:presLayoutVars>
      </dgm:prSet>
      <dgm:spPr/>
    </dgm:pt>
    <dgm:pt modelId="{5C0F250C-B9BB-4724-B26F-896DCFB60034}" type="pres">
      <dgm:prSet presAssocID="{0E319237-8380-4E49-8B74-86A565993C0A}" presName="composite" presStyleCnt="0"/>
      <dgm:spPr/>
    </dgm:pt>
    <dgm:pt modelId="{D3A074D6-AD03-4ABF-BAA7-DEEB386AFC9B}" type="pres">
      <dgm:prSet presAssocID="{0E319237-8380-4E49-8B74-86A565993C0A}" presName="Parent1" presStyleLbl="node1" presStyleIdx="0" presStyleCnt="6" custScaleX="139001" custScaleY="131537" custLinFactNeighborX="18123" custLinFactNeighborY="6759">
        <dgm:presLayoutVars>
          <dgm:chMax val="1"/>
          <dgm:chPref val="1"/>
          <dgm:bulletEnabled val="1"/>
        </dgm:presLayoutVars>
      </dgm:prSet>
      <dgm:spPr/>
    </dgm:pt>
    <dgm:pt modelId="{986F5818-39D9-4337-A2FA-87781FACD27D}" type="pres">
      <dgm:prSet presAssocID="{0E319237-8380-4E49-8B74-86A565993C0A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A883F01D-1876-49C2-A25D-5E66CBCC6E29}" type="pres">
      <dgm:prSet presAssocID="{0E319237-8380-4E49-8B74-86A565993C0A}" presName="BalanceSpacing" presStyleCnt="0"/>
      <dgm:spPr/>
    </dgm:pt>
    <dgm:pt modelId="{60D7B57C-C48E-4C94-A196-753A1636D4A6}" type="pres">
      <dgm:prSet presAssocID="{0E319237-8380-4E49-8B74-86A565993C0A}" presName="BalanceSpacing1" presStyleCnt="0"/>
      <dgm:spPr/>
    </dgm:pt>
    <dgm:pt modelId="{808F6A7A-4CEF-4ACF-8104-B8F7D25E0DBC}" type="pres">
      <dgm:prSet presAssocID="{B0FEEFEE-41F1-4B15-87C3-D085B394C47B}" presName="Accent1Text" presStyleLbl="node1" presStyleIdx="1" presStyleCnt="6" custScaleX="139001" custScaleY="131537" custLinFactNeighborX="-22493" custLinFactNeighborY="7510"/>
      <dgm:spPr/>
    </dgm:pt>
    <dgm:pt modelId="{4EC8BB38-3350-41F8-BBF5-BE47665E2F6A}" type="pres">
      <dgm:prSet presAssocID="{B0FEEFEE-41F1-4B15-87C3-D085B394C47B}" presName="spaceBetweenRectangles" presStyleCnt="0"/>
      <dgm:spPr/>
    </dgm:pt>
    <dgm:pt modelId="{67A29858-69A1-4FD3-87EF-4059EB7F36B8}" type="pres">
      <dgm:prSet presAssocID="{503ADE66-3C12-4529-AF72-D0B05D1B184B}" presName="composite" presStyleCnt="0"/>
      <dgm:spPr/>
    </dgm:pt>
    <dgm:pt modelId="{5597807D-0277-4CD6-BAB0-9C99ABEC754D}" type="pres">
      <dgm:prSet presAssocID="{503ADE66-3C12-4529-AF72-D0B05D1B184B}" presName="Parent1" presStyleLbl="node1" presStyleIdx="2" presStyleCnt="6" custScaleX="139001" custScaleY="131537" custLinFactNeighborX="-3390" custLinFactNeighborY="-751">
        <dgm:presLayoutVars>
          <dgm:chMax val="1"/>
          <dgm:chPref val="1"/>
          <dgm:bulletEnabled val="1"/>
        </dgm:presLayoutVars>
      </dgm:prSet>
      <dgm:spPr/>
    </dgm:pt>
    <dgm:pt modelId="{67B8B6E5-EF0B-4104-B220-548671C3CBDC}" type="pres">
      <dgm:prSet presAssocID="{503ADE66-3C12-4529-AF72-D0B05D1B184B}" presName="Childtext1" presStyleLbl="revTx" presStyleIdx="1" presStyleCnt="3" custLinFactX="-54969" custLinFactY="28632" custLinFactNeighborX="-100000" custLinFactNeighborY="100000">
        <dgm:presLayoutVars>
          <dgm:chMax val="0"/>
          <dgm:chPref val="0"/>
          <dgm:bulletEnabled val="1"/>
        </dgm:presLayoutVars>
      </dgm:prSet>
      <dgm:spPr/>
    </dgm:pt>
    <dgm:pt modelId="{53141E27-5EB5-49C2-9D5E-10B33C4EE8AF}" type="pres">
      <dgm:prSet presAssocID="{503ADE66-3C12-4529-AF72-D0B05D1B184B}" presName="BalanceSpacing" presStyleCnt="0"/>
      <dgm:spPr/>
    </dgm:pt>
    <dgm:pt modelId="{70386604-3087-45FE-A8C8-83B70F9ADC4F}" type="pres">
      <dgm:prSet presAssocID="{503ADE66-3C12-4529-AF72-D0B05D1B184B}" presName="BalanceSpacing1" presStyleCnt="0"/>
      <dgm:spPr/>
    </dgm:pt>
    <dgm:pt modelId="{A4380F17-2B3C-4606-A1D0-12A49AD4DA26}" type="pres">
      <dgm:prSet presAssocID="{35914793-8F5F-4D5B-B484-F079EE4E4A31}" presName="Accent1Text" presStyleLbl="node1" presStyleIdx="3" presStyleCnt="6" custScaleX="139001" custScaleY="131537" custLinFactNeighborX="34458" custLinFactNeighborY="-751"/>
      <dgm:spPr/>
    </dgm:pt>
    <dgm:pt modelId="{9833BC16-C858-418A-B963-9C1ECBD1A3AF}" type="pres">
      <dgm:prSet presAssocID="{35914793-8F5F-4D5B-B484-F079EE4E4A31}" presName="spaceBetweenRectangles" presStyleCnt="0"/>
      <dgm:spPr/>
    </dgm:pt>
    <dgm:pt modelId="{D286A321-68BD-40D8-A439-6915B4526A91}" type="pres">
      <dgm:prSet presAssocID="{A2C6BD51-169C-4620-8B2F-E1B90B0F8872}" presName="composite" presStyleCnt="0"/>
      <dgm:spPr/>
    </dgm:pt>
    <dgm:pt modelId="{FD8D2F9E-B855-40E1-8964-E7D20F4AD9A8}" type="pres">
      <dgm:prSet presAssocID="{A2C6BD51-169C-4620-8B2F-E1B90B0F8872}" presName="Parent1" presStyleLbl="node1" presStyleIdx="4" presStyleCnt="6" custScaleX="139001" custScaleY="131537" custLinFactNeighborX="13807" custLinFactNeighborY="-9687">
        <dgm:presLayoutVars>
          <dgm:chMax val="1"/>
          <dgm:chPref val="1"/>
          <dgm:bulletEnabled val="1"/>
        </dgm:presLayoutVars>
      </dgm:prSet>
      <dgm:spPr/>
    </dgm:pt>
    <dgm:pt modelId="{4C27DF93-BE1D-44E1-96B5-0F6B0AEDD115}" type="pres">
      <dgm:prSet presAssocID="{A2C6BD51-169C-4620-8B2F-E1B90B0F8872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F01941AA-753A-4731-983C-C5734D10A250}" type="pres">
      <dgm:prSet presAssocID="{A2C6BD51-169C-4620-8B2F-E1B90B0F8872}" presName="BalanceSpacing" presStyleCnt="0"/>
      <dgm:spPr/>
    </dgm:pt>
    <dgm:pt modelId="{35E4C4E5-F82E-474A-80D8-BCEE0107DFEF}" type="pres">
      <dgm:prSet presAssocID="{A2C6BD51-169C-4620-8B2F-E1B90B0F8872}" presName="BalanceSpacing1" presStyleCnt="0"/>
      <dgm:spPr/>
    </dgm:pt>
    <dgm:pt modelId="{FCD74C16-28F4-4BAF-ACE5-035470FA47BD}" type="pres">
      <dgm:prSet presAssocID="{00400066-40AA-40C0-AA4F-18B41E995B58}" presName="Accent1Text" presStyleLbl="node1" presStyleIdx="5" presStyleCnt="6" custScaleX="139001" custScaleY="131537" custLinFactNeighborX="-23239" custLinFactNeighborY="-10514"/>
      <dgm:spPr/>
    </dgm:pt>
  </dgm:ptLst>
  <dgm:cxnLst>
    <dgm:cxn modelId="{2E337643-B287-451B-ABAF-83DF6F31F8DC}" srcId="{BE02D82F-CA3D-41CB-92FC-053F56D27107}" destId="{503ADE66-3C12-4529-AF72-D0B05D1B184B}" srcOrd="1" destOrd="0" parTransId="{A6215C0C-2CEB-4B57-8744-6E88A2FA82F6}" sibTransId="{35914793-8F5F-4D5B-B484-F079EE4E4A31}"/>
    <dgm:cxn modelId="{C703E26A-E5F3-427A-943C-129C95C41A0D}" srcId="{BE02D82F-CA3D-41CB-92FC-053F56D27107}" destId="{A2C6BD51-169C-4620-8B2F-E1B90B0F8872}" srcOrd="2" destOrd="0" parTransId="{61F9677F-FE44-4723-91E5-1D2CA7DB0784}" sibTransId="{00400066-40AA-40C0-AA4F-18B41E995B58}"/>
    <dgm:cxn modelId="{0EA60D6C-8AF8-40FC-A03A-23E840173013}" type="presOf" srcId="{0E319237-8380-4E49-8B74-86A565993C0A}" destId="{D3A074D6-AD03-4ABF-BAA7-DEEB386AFC9B}" srcOrd="0" destOrd="0" presId="urn:microsoft.com/office/officeart/2008/layout/AlternatingHexagons"/>
    <dgm:cxn modelId="{6786A64C-DE28-4FF1-994E-54DAF77A1599}" type="presOf" srcId="{B0FEEFEE-41F1-4B15-87C3-D085B394C47B}" destId="{808F6A7A-4CEF-4ACF-8104-B8F7D25E0DBC}" srcOrd="0" destOrd="0" presId="urn:microsoft.com/office/officeart/2008/layout/AlternatingHexagons"/>
    <dgm:cxn modelId="{CA435959-772B-4DA1-BE43-FFD720E3EC49}" type="presOf" srcId="{00400066-40AA-40C0-AA4F-18B41E995B58}" destId="{FCD74C16-28F4-4BAF-ACE5-035470FA47BD}" srcOrd="0" destOrd="0" presId="urn:microsoft.com/office/officeart/2008/layout/AlternatingHexagons"/>
    <dgm:cxn modelId="{B1DB1F9E-026A-4ED0-BB85-AC8361A39C1B}" type="presOf" srcId="{A2C6BD51-169C-4620-8B2F-E1B90B0F8872}" destId="{FD8D2F9E-B855-40E1-8964-E7D20F4AD9A8}" srcOrd="0" destOrd="0" presId="urn:microsoft.com/office/officeart/2008/layout/AlternatingHexagons"/>
    <dgm:cxn modelId="{9C49FDA8-122A-47F2-809B-4A576547796D}" type="presOf" srcId="{BE02D82F-CA3D-41CB-92FC-053F56D27107}" destId="{70052E01-126A-411D-9FDA-04BF67ECF263}" srcOrd="0" destOrd="0" presId="urn:microsoft.com/office/officeart/2008/layout/AlternatingHexagons"/>
    <dgm:cxn modelId="{F3B7BFB0-26A2-4431-BC89-34FC9FC7E1D2}" srcId="{BE02D82F-CA3D-41CB-92FC-053F56D27107}" destId="{0E319237-8380-4E49-8B74-86A565993C0A}" srcOrd="0" destOrd="0" parTransId="{D644E6B5-6A16-463B-889A-799D2BEF2EB3}" sibTransId="{B0FEEFEE-41F1-4B15-87C3-D085B394C47B}"/>
    <dgm:cxn modelId="{E420BDD8-34D6-41AA-947E-4A2FB6DAFC54}" type="presOf" srcId="{503ADE66-3C12-4529-AF72-D0B05D1B184B}" destId="{5597807D-0277-4CD6-BAB0-9C99ABEC754D}" srcOrd="0" destOrd="0" presId="urn:microsoft.com/office/officeart/2008/layout/AlternatingHexagons"/>
    <dgm:cxn modelId="{C3D0EBF0-0A24-4AA2-8DC2-B3E4B0D12CA6}" type="presOf" srcId="{35914793-8F5F-4D5B-B484-F079EE4E4A31}" destId="{A4380F17-2B3C-4606-A1D0-12A49AD4DA26}" srcOrd="0" destOrd="0" presId="urn:microsoft.com/office/officeart/2008/layout/AlternatingHexagons"/>
    <dgm:cxn modelId="{1426642B-9D36-4EE5-BCDC-AAC109D95F31}" type="presParOf" srcId="{70052E01-126A-411D-9FDA-04BF67ECF263}" destId="{5C0F250C-B9BB-4724-B26F-896DCFB60034}" srcOrd="0" destOrd="0" presId="urn:microsoft.com/office/officeart/2008/layout/AlternatingHexagons"/>
    <dgm:cxn modelId="{9754570D-6B0D-40D9-9515-273013E90686}" type="presParOf" srcId="{5C0F250C-B9BB-4724-B26F-896DCFB60034}" destId="{D3A074D6-AD03-4ABF-BAA7-DEEB386AFC9B}" srcOrd="0" destOrd="0" presId="urn:microsoft.com/office/officeart/2008/layout/AlternatingHexagons"/>
    <dgm:cxn modelId="{ACCF0002-F82D-4A54-8758-4267D3989699}" type="presParOf" srcId="{5C0F250C-B9BB-4724-B26F-896DCFB60034}" destId="{986F5818-39D9-4337-A2FA-87781FACD27D}" srcOrd="1" destOrd="0" presId="urn:microsoft.com/office/officeart/2008/layout/AlternatingHexagons"/>
    <dgm:cxn modelId="{8839485F-ED94-4087-BB23-59D59A29AADA}" type="presParOf" srcId="{5C0F250C-B9BB-4724-B26F-896DCFB60034}" destId="{A883F01D-1876-49C2-A25D-5E66CBCC6E29}" srcOrd="2" destOrd="0" presId="urn:microsoft.com/office/officeart/2008/layout/AlternatingHexagons"/>
    <dgm:cxn modelId="{D7FE327D-960A-4B04-981F-242872D4B2D1}" type="presParOf" srcId="{5C0F250C-B9BB-4724-B26F-896DCFB60034}" destId="{60D7B57C-C48E-4C94-A196-753A1636D4A6}" srcOrd="3" destOrd="0" presId="urn:microsoft.com/office/officeart/2008/layout/AlternatingHexagons"/>
    <dgm:cxn modelId="{A4EA26FA-B2E4-4AF9-8584-58B6EC0F0627}" type="presParOf" srcId="{5C0F250C-B9BB-4724-B26F-896DCFB60034}" destId="{808F6A7A-4CEF-4ACF-8104-B8F7D25E0DBC}" srcOrd="4" destOrd="0" presId="urn:microsoft.com/office/officeart/2008/layout/AlternatingHexagons"/>
    <dgm:cxn modelId="{EC0DBFE9-53E1-4D31-B07B-716156C8CFA4}" type="presParOf" srcId="{70052E01-126A-411D-9FDA-04BF67ECF263}" destId="{4EC8BB38-3350-41F8-BBF5-BE47665E2F6A}" srcOrd="1" destOrd="0" presId="urn:microsoft.com/office/officeart/2008/layout/AlternatingHexagons"/>
    <dgm:cxn modelId="{3538E18D-9DB3-48D5-AC44-33B3D7F6874E}" type="presParOf" srcId="{70052E01-126A-411D-9FDA-04BF67ECF263}" destId="{67A29858-69A1-4FD3-87EF-4059EB7F36B8}" srcOrd="2" destOrd="0" presId="urn:microsoft.com/office/officeart/2008/layout/AlternatingHexagons"/>
    <dgm:cxn modelId="{9E56DA11-3FE7-4309-9149-EBADE1DABEE5}" type="presParOf" srcId="{67A29858-69A1-4FD3-87EF-4059EB7F36B8}" destId="{5597807D-0277-4CD6-BAB0-9C99ABEC754D}" srcOrd="0" destOrd="0" presId="urn:microsoft.com/office/officeart/2008/layout/AlternatingHexagons"/>
    <dgm:cxn modelId="{02716F7D-0AB2-4148-882B-50FF7035C262}" type="presParOf" srcId="{67A29858-69A1-4FD3-87EF-4059EB7F36B8}" destId="{67B8B6E5-EF0B-4104-B220-548671C3CBDC}" srcOrd="1" destOrd="0" presId="urn:microsoft.com/office/officeart/2008/layout/AlternatingHexagons"/>
    <dgm:cxn modelId="{A3391978-92D0-41DB-B5AA-28C81ED6BF0B}" type="presParOf" srcId="{67A29858-69A1-4FD3-87EF-4059EB7F36B8}" destId="{53141E27-5EB5-49C2-9D5E-10B33C4EE8AF}" srcOrd="2" destOrd="0" presId="urn:microsoft.com/office/officeart/2008/layout/AlternatingHexagons"/>
    <dgm:cxn modelId="{78383CB0-151E-47D1-B854-06661CC4D5CE}" type="presParOf" srcId="{67A29858-69A1-4FD3-87EF-4059EB7F36B8}" destId="{70386604-3087-45FE-A8C8-83B70F9ADC4F}" srcOrd="3" destOrd="0" presId="urn:microsoft.com/office/officeart/2008/layout/AlternatingHexagons"/>
    <dgm:cxn modelId="{8349DB3A-27D6-41CC-A606-1A023D2E41E9}" type="presParOf" srcId="{67A29858-69A1-4FD3-87EF-4059EB7F36B8}" destId="{A4380F17-2B3C-4606-A1D0-12A49AD4DA26}" srcOrd="4" destOrd="0" presId="urn:microsoft.com/office/officeart/2008/layout/AlternatingHexagons"/>
    <dgm:cxn modelId="{15931642-4EEB-476C-9456-ADA5BBE74347}" type="presParOf" srcId="{70052E01-126A-411D-9FDA-04BF67ECF263}" destId="{9833BC16-C858-418A-B963-9C1ECBD1A3AF}" srcOrd="3" destOrd="0" presId="urn:microsoft.com/office/officeart/2008/layout/AlternatingHexagons"/>
    <dgm:cxn modelId="{3FCE4262-7FC2-4668-ACDD-429FD9472D73}" type="presParOf" srcId="{70052E01-126A-411D-9FDA-04BF67ECF263}" destId="{D286A321-68BD-40D8-A439-6915B4526A91}" srcOrd="4" destOrd="0" presId="urn:microsoft.com/office/officeart/2008/layout/AlternatingHexagons"/>
    <dgm:cxn modelId="{7947DCAF-EF00-4838-8471-CEC9550BFD64}" type="presParOf" srcId="{D286A321-68BD-40D8-A439-6915B4526A91}" destId="{FD8D2F9E-B855-40E1-8964-E7D20F4AD9A8}" srcOrd="0" destOrd="0" presId="urn:microsoft.com/office/officeart/2008/layout/AlternatingHexagons"/>
    <dgm:cxn modelId="{E0D5D228-FAD4-40D8-9576-F91902ED7ED7}" type="presParOf" srcId="{D286A321-68BD-40D8-A439-6915B4526A91}" destId="{4C27DF93-BE1D-44E1-96B5-0F6B0AEDD115}" srcOrd="1" destOrd="0" presId="urn:microsoft.com/office/officeart/2008/layout/AlternatingHexagons"/>
    <dgm:cxn modelId="{F179E6B8-AE6E-47C8-A087-B66B111F7179}" type="presParOf" srcId="{D286A321-68BD-40D8-A439-6915B4526A91}" destId="{F01941AA-753A-4731-983C-C5734D10A250}" srcOrd="2" destOrd="0" presId="urn:microsoft.com/office/officeart/2008/layout/AlternatingHexagons"/>
    <dgm:cxn modelId="{24B0DB9D-1F4C-4D36-AA99-440A99A0C5E7}" type="presParOf" srcId="{D286A321-68BD-40D8-A439-6915B4526A91}" destId="{35E4C4E5-F82E-474A-80D8-BCEE0107DFEF}" srcOrd="3" destOrd="0" presId="urn:microsoft.com/office/officeart/2008/layout/AlternatingHexagons"/>
    <dgm:cxn modelId="{4F88C4A4-C292-4D5D-ACEA-7D13BA2B992A}" type="presParOf" srcId="{D286A321-68BD-40D8-A439-6915B4526A91}" destId="{FCD74C16-28F4-4BAF-ACE5-035470FA47BD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F1EA7FD-21B4-42C6-A42B-9BD02C6A2AC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70AA77-5C1E-42B9-A1AA-7EFE10E68A2F}">
      <dgm:prSet/>
      <dgm:spPr/>
      <dgm:t>
        <a:bodyPr anchor="ctr" anchorCtr="0"/>
        <a:lstStyle/>
        <a:p>
          <a:r>
            <a:rPr lang="it-IT" dirty="0"/>
            <a:t>Valori leggermente migliori</a:t>
          </a:r>
          <a:endParaRPr lang="en-US" dirty="0"/>
        </a:p>
      </dgm:t>
    </dgm:pt>
    <dgm:pt modelId="{D2464BC5-4D96-45DD-BDA3-2688C8D1A067}" type="parTrans" cxnId="{90D96AF1-ECC5-4E8E-8ADE-8F7ACCA06BE1}">
      <dgm:prSet/>
      <dgm:spPr/>
      <dgm:t>
        <a:bodyPr/>
        <a:lstStyle/>
        <a:p>
          <a:endParaRPr lang="en-US"/>
        </a:p>
      </dgm:t>
    </dgm:pt>
    <dgm:pt modelId="{8B518D05-0717-4AF8-93B2-11728F88395B}" type="sibTrans" cxnId="{90D96AF1-ECC5-4E8E-8ADE-8F7ACCA06BE1}">
      <dgm:prSet/>
      <dgm:spPr/>
      <dgm:t>
        <a:bodyPr/>
        <a:lstStyle/>
        <a:p>
          <a:endParaRPr lang="en-US"/>
        </a:p>
      </dgm:t>
    </dgm:pt>
    <dgm:pt modelId="{1232993D-7277-4554-897B-3A29D23DD849}">
      <dgm:prSet custT="1"/>
      <dgm:spPr/>
      <dgm:t>
        <a:bodyPr anchor="ctr" anchorCtr="0"/>
        <a:lstStyle/>
        <a:p>
          <a:r>
            <a:rPr lang="it-IT" sz="3100" dirty="0"/>
            <a:t>Aumentano i valori delle variabili </a:t>
          </a:r>
          <a:r>
            <a:rPr lang="it-IT" sz="3100" dirty="0" err="1"/>
            <a:t>gratio</a:t>
          </a:r>
          <a:r>
            <a:rPr lang="it-IT" sz="3100" dirty="0"/>
            <a:t>, </a:t>
          </a:r>
          <a:r>
            <a:rPr lang="it-IT" sz="3100" dirty="0" err="1"/>
            <a:t>trunk</a:t>
          </a:r>
          <a:r>
            <a:rPr lang="it-IT" sz="3100" dirty="0"/>
            <a:t>, </a:t>
          </a:r>
          <a:r>
            <a:rPr lang="it-IT" sz="3100" dirty="0" err="1"/>
            <a:t>mpg</a:t>
          </a:r>
          <a:r>
            <a:rPr lang="it-IT" sz="3100" dirty="0"/>
            <a:t> nelle auto con livelli alti </a:t>
          </a:r>
          <a:endParaRPr lang="en-US" sz="3100" dirty="0"/>
        </a:p>
      </dgm:t>
    </dgm:pt>
    <dgm:pt modelId="{BE458A71-E285-4AED-A76C-67273F896F25}" type="parTrans" cxnId="{B0D90886-5458-44DE-92F0-B4969E652CB7}">
      <dgm:prSet/>
      <dgm:spPr/>
      <dgm:t>
        <a:bodyPr/>
        <a:lstStyle/>
        <a:p>
          <a:endParaRPr lang="en-US"/>
        </a:p>
      </dgm:t>
    </dgm:pt>
    <dgm:pt modelId="{7A64F183-9CFC-4506-9E42-4F6D63F3E054}" type="sibTrans" cxnId="{B0D90886-5458-44DE-92F0-B4969E652CB7}">
      <dgm:prSet/>
      <dgm:spPr/>
      <dgm:t>
        <a:bodyPr/>
        <a:lstStyle/>
        <a:p>
          <a:endParaRPr lang="en-US"/>
        </a:p>
      </dgm:t>
    </dgm:pt>
    <dgm:pt modelId="{EF3C3A16-A504-4DB3-B4D1-2C1AE14F997B}">
      <dgm:prSet/>
      <dgm:spPr/>
      <dgm:t>
        <a:bodyPr anchor="ctr" anchorCtr="0"/>
        <a:lstStyle/>
        <a:p>
          <a:pPr algn="l"/>
          <a:r>
            <a:rPr lang="it-IT" dirty="0"/>
            <a:t>Nelle auto con livello basso si hanno</a:t>
          </a:r>
          <a:endParaRPr lang="en-US" dirty="0"/>
        </a:p>
      </dgm:t>
    </dgm:pt>
    <dgm:pt modelId="{BB9717F6-933B-477A-A26F-E7E644B47656}" type="parTrans" cxnId="{71339EB8-4683-43AB-96DE-68016DE261BF}">
      <dgm:prSet/>
      <dgm:spPr/>
      <dgm:t>
        <a:bodyPr/>
        <a:lstStyle/>
        <a:p>
          <a:endParaRPr lang="en-US"/>
        </a:p>
      </dgm:t>
    </dgm:pt>
    <dgm:pt modelId="{2CC4C41D-373D-4AEB-A96E-96F5740A734E}" type="sibTrans" cxnId="{71339EB8-4683-43AB-96DE-68016DE261BF}">
      <dgm:prSet/>
      <dgm:spPr/>
      <dgm:t>
        <a:bodyPr/>
        <a:lstStyle/>
        <a:p>
          <a:endParaRPr lang="en-US"/>
        </a:p>
      </dgm:t>
    </dgm:pt>
    <dgm:pt modelId="{F24F1ECA-64C6-4FBF-8F9C-62E4B4D1AE00}">
      <dgm:prSet/>
      <dgm:spPr/>
      <dgm:t>
        <a:bodyPr anchor="ctr" anchorCtr="0"/>
        <a:lstStyle/>
        <a:p>
          <a:r>
            <a:rPr lang="it-IT" dirty="0"/>
            <a:t>16 auto aumentano di livello</a:t>
          </a:r>
          <a:endParaRPr lang="en-US" dirty="0"/>
        </a:p>
      </dgm:t>
    </dgm:pt>
    <dgm:pt modelId="{4650DFE2-8A0B-4671-B757-3041EFD1FD9B}" type="parTrans" cxnId="{787C9415-88FC-45F6-B059-39B4F0A2C924}">
      <dgm:prSet/>
      <dgm:spPr/>
      <dgm:t>
        <a:bodyPr/>
        <a:lstStyle/>
        <a:p>
          <a:endParaRPr lang="it-IT"/>
        </a:p>
      </dgm:t>
    </dgm:pt>
    <dgm:pt modelId="{BE2DC14C-07AA-4DFC-AE4D-CAA1ED34F174}" type="sibTrans" cxnId="{787C9415-88FC-45F6-B059-39B4F0A2C924}">
      <dgm:prSet/>
      <dgm:spPr/>
      <dgm:t>
        <a:bodyPr/>
        <a:lstStyle/>
        <a:p>
          <a:endParaRPr lang="it-IT"/>
        </a:p>
      </dgm:t>
    </dgm:pt>
    <dgm:pt modelId="{CACBAD80-01A1-4A5C-8167-AA67C5080E58}">
      <dgm:prSet/>
      <dgm:spPr/>
      <dgm:t>
        <a:bodyPr anchor="ctr" anchorCtr="0"/>
        <a:lstStyle/>
        <a:p>
          <a:r>
            <a:rPr lang="it-IT" dirty="0"/>
            <a:t>7 diminuiscono</a:t>
          </a:r>
          <a:endParaRPr lang="en-US" dirty="0"/>
        </a:p>
      </dgm:t>
    </dgm:pt>
    <dgm:pt modelId="{8998DD7F-C14A-4D86-A4A9-98589879FB6C}" type="parTrans" cxnId="{EB382ED4-DCE5-44E7-8876-C27E04DD82C6}">
      <dgm:prSet/>
      <dgm:spPr/>
      <dgm:t>
        <a:bodyPr/>
        <a:lstStyle/>
        <a:p>
          <a:endParaRPr lang="it-IT"/>
        </a:p>
      </dgm:t>
    </dgm:pt>
    <dgm:pt modelId="{1DE7B95C-6475-429A-89A9-D0C9C3C972BD}" type="sibTrans" cxnId="{EB382ED4-DCE5-44E7-8876-C27E04DD82C6}">
      <dgm:prSet/>
      <dgm:spPr/>
      <dgm:t>
        <a:bodyPr/>
        <a:lstStyle/>
        <a:p>
          <a:endParaRPr lang="it-IT"/>
        </a:p>
      </dgm:t>
    </dgm:pt>
    <dgm:pt modelId="{F46CFE6D-9C16-4175-A3CE-D0DA68A20553}">
      <dgm:prSet/>
      <dgm:spPr/>
      <dgm:t>
        <a:bodyPr anchor="ctr" anchorCtr="0"/>
        <a:lstStyle/>
        <a:p>
          <a:r>
            <a:rPr lang="it-IT" dirty="0"/>
            <a:t>i restanti rimangono invariati</a:t>
          </a:r>
          <a:endParaRPr lang="en-US" dirty="0"/>
        </a:p>
      </dgm:t>
    </dgm:pt>
    <dgm:pt modelId="{9B4655DF-9390-4DF8-B448-5E464EFF36AD}" type="parTrans" cxnId="{22E99411-272F-40C5-A268-42F56EAC41EE}">
      <dgm:prSet/>
      <dgm:spPr/>
      <dgm:t>
        <a:bodyPr/>
        <a:lstStyle/>
        <a:p>
          <a:endParaRPr lang="it-IT"/>
        </a:p>
      </dgm:t>
    </dgm:pt>
    <dgm:pt modelId="{BF107D1A-BE1F-4289-BFCE-9F3C2C81D03B}" type="sibTrans" cxnId="{22E99411-272F-40C5-A268-42F56EAC41EE}">
      <dgm:prSet/>
      <dgm:spPr/>
      <dgm:t>
        <a:bodyPr/>
        <a:lstStyle/>
        <a:p>
          <a:endParaRPr lang="it-IT"/>
        </a:p>
      </dgm:t>
    </dgm:pt>
    <dgm:pt modelId="{2FB520D2-8F29-44EA-BC7D-E146D07F4B8B}">
      <dgm:prSet/>
      <dgm:spPr/>
      <dgm:t>
        <a:bodyPr anchor="ctr" anchorCtr="0"/>
        <a:lstStyle/>
        <a:p>
          <a:r>
            <a:rPr lang="it-IT" dirty="0"/>
            <a:t>valori inferiori per le variabili </a:t>
          </a:r>
          <a:r>
            <a:rPr lang="it-IT" dirty="0" err="1"/>
            <a:t>hroom</a:t>
          </a:r>
          <a:r>
            <a:rPr lang="it-IT" dirty="0"/>
            <a:t> e </a:t>
          </a:r>
          <a:r>
            <a:rPr lang="it-IT" dirty="0" err="1"/>
            <a:t>trunk</a:t>
          </a:r>
          <a:endParaRPr lang="en-US" dirty="0"/>
        </a:p>
      </dgm:t>
    </dgm:pt>
    <dgm:pt modelId="{298E734F-78F1-4464-9C70-4B6CE927AE38}" type="parTrans" cxnId="{3CA37C86-FE15-4276-B052-D24E9E10A2EA}">
      <dgm:prSet/>
      <dgm:spPr/>
      <dgm:t>
        <a:bodyPr/>
        <a:lstStyle/>
        <a:p>
          <a:endParaRPr lang="it-IT"/>
        </a:p>
      </dgm:t>
    </dgm:pt>
    <dgm:pt modelId="{CF19D2CE-2F68-4CAC-B429-A136CB809BBD}" type="sibTrans" cxnId="{3CA37C86-FE15-4276-B052-D24E9E10A2EA}">
      <dgm:prSet/>
      <dgm:spPr/>
      <dgm:t>
        <a:bodyPr/>
        <a:lstStyle/>
        <a:p>
          <a:endParaRPr lang="it-IT"/>
        </a:p>
      </dgm:t>
    </dgm:pt>
    <dgm:pt modelId="{75B3ADBA-8F58-4A4A-881B-CDA96FE19DF0}">
      <dgm:prSet/>
      <dgm:spPr/>
      <dgm:t>
        <a:bodyPr anchor="ctr" anchorCtr="0"/>
        <a:lstStyle/>
        <a:p>
          <a:r>
            <a:rPr lang="it-IT" dirty="0"/>
            <a:t>valori più alti per </a:t>
          </a:r>
          <a:r>
            <a:rPr lang="it-IT" dirty="0" err="1"/>
            <a:t>length</a:t>
          </a:r>
          <a:r>
            <a:rPr lang="it-IT" dirty="0"/>
            <a:t> e turn</a:t>
          </a:r>
          <a:endParaRPr lang="en-US" dirty="0"/>
        </a:p>
      </dgm:t>
    </dgm:pt>
    <dgm:pt modelId="{B88BA131-0C2B-45DD-8824-E6C631AE58B0}" type="parTrans" cxnId="{DB1A9AEE-B88E-4470-BCC6-6F38E1AC3878}">
      <dgm:prSet/>
      <dgm:spPr/>
      <dgm:t>
        <a:bodyPr/>
        <a:lstStyle/>
        <a:p>
          <a:endParaRPr lang="it-IT"/>
        </a:p>
      </dgm:t>
    </dgm:pt>
    <dgm:pt modelId="{95C4416A-E9BA-4D15-A4A3-A99C98157DE3}" type="sibTrans" cxnId="{DB1A9AEE-B88E-4470-BCC6-6F38E1AC3878}">
      <dgm:prSet/>
      <dgm:spPr/>
      <dgm:t>
        <a:bodyPr/>
        <a:lstStyle/>
        <a:p>
          <a:endParaRPr lang="it-IT"/>
        </a:p>
      </dgm:t>
    </dgm:pt>
    <dgm:pt modelId="{1EFD917B-53D7-479D-B5F2-AC8C0E518F61}" type="pres">
      <dgm:prSet presAssocID="{1F1EA7FD-21B4-42C6-A42B-9BD02C6A2ACE}" presName="vert0" presStyleCnt="0">
        <dgm:presLayoutVars>
          <dgm:dir/>
          <dgm:animOne val="branch"/>
          <dgm:animLvl val="lvl"/>
        </dgm:presLayoutVars>
      </dgm:prSet>
      <dgm:spPr/>
    </dgm:pt>
    <dgm:pt modelId="{198CA2E8-9D5C-4774-B1E5-F36AAE667564}" type="pres">
      <dgm:prSet presAssocID="{DC70AA77-5C1E-42B9-A1AA-7EFE10E68A2F}" presName="thickLine" presStyleLbl="alignNode1" presStyleIdx="0" presStyleCnt="3"/>
      <dgm:spPr/>
    </dgm:pt>
    <dgm:pt modelId="{E2B500E0-1C25-450F-95B6-F855551AE7C4}" type="pres">
      <dgm:prSet presAssocID="{DC70AA77-5C1E-42B9-A1AA-7EFE10E68A2F}" presName="horz1" presStyleCnt="0"/>
      <dgm:spPr/>
    </dgm:pt>
    <dgm:pt modelId="{2D3A2F2C-EF0C-426E-8C5A-8FBE7B25B404}" type="pres">
      <dgm:prSet presAssocID="{DC70AA77-5C1E-42B9-A1AA-7EFE10E68A2F}" presName="tx1" presStyleLbl="revTx" presStyleIdx="0" presStyleCnt="8" custScaleX="165682"/>
      <dgm:spPr/>
    </dgm:pt>
    <dgm:pt modelId="{196608BD-2C13-41FF-AC05-2F101B002CC6}" type="pres">
      <dgm:prSet presAssocID="{DC70AA77-5C1E-42B9-A1AA-7EFE10E68A2F}" presName="vert1" presStyleCnt="0"/>
      <dgm:spPr/>
    </dgm:pt>
    <dgm:pt modelId="{FE37DF03-6FE8-4CC1-9987-59887E5342B7}" type="pres">
      <dgm:prSet presAssocID="{F24F1ECA-64C6-4FBF-8F9C-62E4B4D1AE00}" presName="vertSpace2a" presStyleCnt="0"/>
      <dgm:spPr/>
    </dgm:pt>
    <dgm:pt modelId="{06FA0C58-0E5E-4FE4-B073-A2965CD6CFF6}" type="pres">
      <dgm:prSet presAssocID="{F24F1ECA-64C6-4FBF-8F9C-62E4B4D1AE00}" presName="horz2" presStyleCnt="0"/>
      <dgm:spPr/>
    </dgm:pt>
    <dgm:pt modelId="{5B7991A7-6A1A-4D65-9BF7-1DA18A2A9C55}" type="pres">
      <dgm:prSet presAssocID="{F24F1ECA-64C6-4FBF-8F9C-62E4B4D1AE00}" presName="horzSpace2" presStyleCnt="0"/>
      <dgm:spPr/>
    </dgm:pt>
    <dgm:pt modelId="{9B876BC5-A24B-4687-A7EB-65F8F2D4468A}" type="pres">
      <dgm:prSet presAssocID="{F24F1ECA-64C6-4FBF-8F9C-62E4B4D1AE00}" presName="tx2" presStyleLbl="revTx" presStyleIdx="1" presStyleCnt="8"/>
      <dgm:spPr/>
    </dgm:pt>
    <dgm:pt modelId="{567AEDC0-C5B5-47CD-9D5E-29BB11C1E450}" type="pres">
      <dgm:prSet presAssocID="{F24F1ECA-64C6-4FBF-8F9C-62E4B4D1AE00}" presName="vert2" presStyleCnt="0"/>
      <dgm:spPr/>
    </dgm:pt>
    <dgm:pt modelId="{381E4FE2-5525-4126-9456-88438387E8FB}" type="pres">
      <dgm:prSet presAssocID="{F24F1ECA-64C6-4FBF-8F9C-62E4B4D1AE00}" presName="thinLine2b" presStyleLbl="callout" presStyleIdx="0" presStyleCnt="5"/>
      <dgm:spPr/>
    </dgm:pt>
    <dgm:pt modelId="{B387E53D-294E-476B-BC46-4D10DCD98FD3}" type="pres">
      <dgm:prSet presAssocID="{F24F1ECA-64C6-4FBF-8F9C-62E4B4D1AE00}" presName="vertSpace2b" presStyleCnt="0"/>
      <dgm:spPr/>
    </dgm:pt>
    <dgm:pt modelId="{1BD19BB1-989A-4C57-AC5C-85F6FA3F3BBF}" type="pres">
      <dgm:prSet presAssocID="{CACBAD80-01A1-4A5C-8167-AA67C5080E58}" presName="horz2" presStyleCnt="0"/>
      <dgm:spPr/>
    </dgm:pt>
    <dgm:pt modelId="{B5ED965A-FF48-4173-B700-D0D03FA37BD6}" type="pres">
      <dgm:prSet presAssocID="{CACBAD80-01A1-4A5C-8167-AA67C5080E58}" presName="horzSpace2" presStyleCnt="0"/>
      <dgm:spPr/>
    </dgm:pt>
    <dgm:pt modelId="{D9CC31A6-AC2D-41EF-A094-67641375AD21}" type="pres">
      <dgm:prSet presAssocID="{CACBAD80-01A1-4A5C-8167-AA67C5080E58}" presName="tx2" presStyleLbl="revTx" presStyleIdx="2" presStyleCnt="8"/>
      <dgm:spPr/>
    </dgm:pt>
    <dgm:pt modelId="{1B7821B9-EF32-4510-9EC2-9DA2C7C946ED}" type="pres">
      <dgm:prSet presAssocID="{CACBAD80-01A1-4A5C-8167-AA67C5080E58}" presName="vert2" presStyleCnt="0"/>
      <dgm:spPr/>
    </dgm:pt>
    <dgm:pt modelId="{6E930D12-275D-4719-B009-D063CBAB141A}" type="pres">
      <dgm:prSet presAssocID="{CACBAD80-01A1-4A5C-8167-AA67C5080E58}" presName="thinLine2b" presStyleLbl="callout" presStyleIdx="1" presStyleCnt="5"/>
      <dgm:spPr/>
    </dgm:pt>
    <dgm:pt modelId="{0DB835D6-E84E-4E58-8A78-F2775302FD5C}" type="pres">
      <dgm:prSet presAssocID="{CACBAD80-01A1-4A5C-8167-AA67C5080E58}" presName="vertSpace2b" presStyleCnt="0"/>
      <dgm:spPr/>
    </dgm:pt>
    <dgm:pt modelId="{72C7FE8A-02A6-402C-A3F5-6FD28D63F99C}" type="pres">
      <dgm:prSet presAssocID="{F46CFE6D-9C16-4175-A3CE-D0DA68A20553}" presName="horz2" presStyleCnt="0"/>
      <dgm:spPr/>
    </dgm:pt>
    <dgm:pt modelId="{161CE744-8AD6-4149-A811-B72437106FC0}" type="pres">
      <dgm:prSet presAssocID="{F46CFE6D-9C16-4175-A3CE-D0DA68A20553}" presName="horzSpace2" presStyleCnt="0"/>
      <dgm:spPr/>
    </dgm:pt>
    <dgm:pt modelId="{D53E1129-72BF-45CF-80A1-EDC4731D18DF}" type="pres">
      <dgm:prSet presAssocID="{F46CFE6D-9C16-4175-A3CE-D0DA68A20553}" presName="tx2" presStyleLbl="revTx" presStyleIdx="3" presStyleCnt="8"/>
      <dgm:spPr/>
    </dgm:pt>
    <dgm:pt modelId="{EDCB1441-827C-48B0-9791-13C03A08126E}" type="pres">
      <dgm:prSet presAssocID="{F46CFE6D-9C16-4175-A3CE-D0DA68A20553}" presName="vert2" presStyleCnt="0"/>
      <dgm:spPr/>
    </dgm:pt>
    <dgm:pt modelId="{38BD243F-9DA7-46BE-9601-62700ADD9AA2}" type="pres">
      <dgm:prSet presAssocID="{F46CFE6D-9C16-4175-A3CE-D0DA68A20553}" presName="thinLine2b" presStyleLbl="callout" presStyleIdx="2" presStyleCnt="5"/>
      <dgm:spPr/>
    </dgm:pt>
    <dgm:pt modelId="{A7DE0DD9-DDCF-476F-831D-D335C74E09EE}" type="pres">
      <dgm:prSet presAssocID="{F46CFE6D-9C16-4175-A3CE-D0DA68A20553}" presName="vertSpace2b" presStyleCnt="0"/>
      <dgm:spPr/>
    </dgm:pt>
    <dgm:pt modelId="{6D51E1B2-F817-43F9-9FE4-1B750C27CDD2}" type="pres">
      <dgm:prSet presAssocID="{1232993D-7277-4554-897B-3A29D23DD849}" presName="thickLine" presStyleLbl="alignNode1" presStyleIdx="1" presStyleCnt="3"/>
      <dgm:spPr/>
    </dgm:pt>
    <dgm:pt modelId="{14EFBF76-8CB7-4473-A8D6-E9BE3FB2E163}" type="pres">
      <dgm:prSet presAssocID="{1232993D-7277-4554-897B-3A29D23DD849}" presName="horz1" presStyleCnt="0"/>
      <dgm:spPr/>
    </dgm:pt>
    <dgm:pt modelId="{41DB27C4-3084-4EE5-9706-1C5AE84FE814}" type="pres">
      <dgm:prSet presAssocID="{1232993D-7277-4554-897B-3A29D23DD849}" presName="tx1" presStyleLbl="revTx" presStyleIdx="4" presStyleCnt="8" custScaleX="500000"/>
      <dgm:spPr/>
    </dgm:pt>
    <dgm:pt modelId="{9A32301A-EB84-454A-B1C7-6B1D6F338A50}" type="pres">
      <dgm:prSet presAssocID="{1232993D-7277-4554-897B-3A29D23DD849}" presName="vert1" presStyleCnt="0"/>
      <dgm:spPr/>
    </dgm:pt>
    <dgm:pt modelId="{3773A254-5B5A-489A-B034-24ED7F44B287}" type="pres">
      <dgm:prSet presAssocID="{EF3C3A16-A504-4DB3-B4D1-2C1AE14F997B}" presName="thickLine" presStyleLbl="alignNode1" presStyleIdx="2" presStyleCnt="3"/>
      <dgm:spPr/>
    </dgm:pt>
    <dgm:pt modelId="{6DC73EB2-670F-4ADB-9657-4ADBC3A13750}" type="pres">
      <dgm:prSet presAssocID="{EF3C3A16-A504-4DB3-B4D1-2C1AE14F997B}" presName="horz1" presStyleCnt="0"/>
      <dgm:spPr/>
    </dgm:pt>
    <dgm:pt modelId="{499F0E2F-241D-433F-896D-B9BBEE1E7E38}" type="pres">
      <dgm:prSet presAssocID="{EF3C3A16-A504-4DB3-B4D1-2C1AE14F997B}" presName="tx1" presStyleLbl="revTx" presStyleIdx="5" presStyleCnt="8" custScaleX="197507"/>
      <dgm:spPr/>
    </dgm:pt>
    <dgm:pt modelId="{F1B23B0E-D598-4E87-ADBC-97FACF2899F4}" type="pres">
      <dgm:prSet presAssocID="{EF3C3A16-A504-4DB3-B4D1-2C1AE14F997B}" presName="vert1" presStyleCnt="0"/>
      <dgm:spPr/>
    </dgm:pt>
    <dgm:pt modelId="{E0C60542-E07B-4540-9E93-59F772645A3D}" type="pres">
      <dgm:prSet presAssocID="{2FB520D2-8F29-44EA-BC7D-E146D07F4B8B}" presName="vertSpace2a" presStyleCnt="0"/>
      <dgm:spPr/>
    </dgm:pt>
    <dgm:pt modelId="{B221BD67-4179-45BF-BD1F-3E9F645C1FD1}" type="pres">
      <dgm:prSet presAssocID="{2FB520D2-8F29-44EA-BC7D-E146D07F4B8B}" presName="horz2" presStyleCnt="0"/>
      <dgm:spPr/>
    </dgm:pt>
    <dgm:pt modelId="{F1421E3C-E8FB-4369-A26D-14F6D17B3198}" type="pres">
      <dgm:prSet presAssocID="{2FB520D2-8F29-44EA-BC7D-E146D07F4B8B}" presName="horzSpace2" presStyleCnt="0"/>
      <dgm:spPr/>
    </dgm:pt>
    <dgm:pt modelId="{63C3439F-9E9E-4762-A8B8-4C323159CB11}" type="pres">
      <dgm:prSet presAssocID="{2FB520D2-8F29-44EA-BC7D-E146D07F4B8B}" presName="tx2" presStyleLbl="revTx" presStyleIdx="6" presStyleCnt="8"/>
      <dgm:spPr/>
    </dgm:pt>
    <dgm:pt modelId="{D054F4F9-FCDF-4B96-A270-2A401860CE25}" type="pres">
      <dgm:prSet presAssocID="{2FB520D2-8F29-44EA-BC7D-E146D07F4B8B}" presName="vert2" presStyleCnt="0"/>
      <dgm:spPr/>
    </dgm:pt>
    <dgm:pt modelId="{D8035D8A-2039-4F41-9D70-FCB06B975417}" type="pres">
      <dgm:prSet presAssocID="{2FB520D2-8F29-44EA-BC7D-E146D07F4B8B}" presName="thinLine2b" presStyleLbl="callout" presStyleIdx="3" presStyleCnt="5"/>
      <dgm:spPr/>
    </dgm:pt>
    <dgm:pt modelId="{D444E549-AC62-4677-A708-5607EAB2F5EB}" type="pres">
      <dgm:prSet presAssocID="{2FB520D2-8F29-44EA-BC7D-E146D07F4B8B}" presName="vertSpace2b" presStyleCnt="0"/>
      <dgm:spPr/>
    </dgm:pt>
    <dgm:pt modelId="{AF7424B8-887A-4707-A64B-DF98FCB44B52}" type="pres">
      <dgm:prSet presAssocID="{75B3ADBA-8F58-4A4A-881B-CDA96FE19DF0}" presName="horz2" presStyleCnt="0"/>
      <dgm:spPr/>
    </dgm:pt>
    <dgm:pt modelId="{2E5092F6-1048-4541-A7EC-2B83D9DFEC03}" type="pres">
      <dgm:prSet presAssocID="{75B3ADBA-8F58-4A4A-881B-CDA96FE19DF0}" presName="horzSpace2" presStyleCnt="0"/>
      <dgm:spPr/>
    </dgm:pt>
    <dgm:pt modelId="{3B5166DC-F5AD-4577-9431-887C621F93B1}" type="pres">
      <dgm:prSet presAssocID="{75B3ADBA-8F58-4A4A-881B-CDA96FE19DF0}" presName="tx2" presStyleLbl="revTx" presStyleIdx="7" presStyleCnt="8"/>
      <dgm:spPr/>
    </dgm:pt>
    <dgm:pt modelId="{702C79EB-2DB1-4716-8F29-0413E1722F4D}" type="pres">
      <dgm:prSet presAssocID="{75B3ADBA-8F58-4A4A-881B-CDA96FE19DF0}" presName="vert2" presStyleCnt="0"/>
      <dgm:spPr/>
    </dgm:pt>
    <dgm:pt modelId="{577DD72A-2255-4301-BE37-2B70ABF8478D}" type="pres">
      <dgm:prSet presAssocID="{75B3ADBA-8F58-4A4A-881B-CDA96FE19DF0}" presName="thinLine2b" presStyleLbl="callout" presStyleIdx="4" presStyleCnt="5"/>
      <dgm:spPr/>
    </dgm:pt>
    <dgm:pt modelId="{E459C0E8-4B49-4EBB-A37F-1D671FCE7C9C}" type="pres">
      <dgm:prSet presAssocID="{75B3ADBA-8F58-4A4A-881B-CDA96FE19DF0}" presName="vertSpace2b" presStyleCnt="0"/>
      <dgm:spPr/>
    </dgm:pt>
  </dgm:ptLst>
  <dgm:cxnLst>
    <dgm:cxn modelId="{22E99411-272F-40C5-A268-42F56EAC41EE}" srcId="{DC70AA77-5C1E-42B9-A1AA-7EFE10E68A2F}" destId="{F46CFE6D-9C16-4175-A3CE-D0DA68A20553}" srcOrd="2" destOrd="0" parTransId="{9B4655DF-9390-4DF8-B448-5E464EFF36AD}" sibTransId="{BF107D1A-BE1F-4289-BFCE-9F3C2C81D03B}"/>
    <dgm:cxn modelId="{787C9415-88FC-45F6-B059-39B4F0A2C924}" srcId="{DC70AA77-5C1E-42B9-A1AA-7EFE10E68A2F}" destId="{F24F1ECA-64C6-4FBF-8F9C-62E4B4D1AE00}" srcOrd="0" destOrd="0" parTransId="{4650DFE2-8A0B-4671-B757-3041EFD1FD9B}" sibTransId="{BE2DC14C-07AA-4DFC-AE4D-CAA1ED34F174}"/>
    <dgm:cxn modelId="{B6A8242F-F5CF-4174-97C6-F03518EA3C9B}" type="presOf" srcId="{F46CFE6D-9C16-4175-A3CE-D0DA68A20553}" destId="{D53E1129-72BF-45CF-80A1-EDC4731D18DF}" srcOrd="0" destOrd="0" presId="urn:microsoft.com/office/officeart/2008/layout/LinedList"/>
    <dgm:cxn modelId="{96E3BD3C-F49A-493D-8B14-828BCB724FAB}" type="presOf" srcId="{F24F1ECA-64C6-4FBF-8F9C-62E4B4D1AE00}" destId="{9B876BC5-A24B-4687-A7EB-65F8F2D4468A}" srcOrd="0" destOrd="0" presId="urn:microsoft.com/office/officeart/2008/layout/LinedList"/>
    <dgm:cxn modelId="{9598EA64-87AC-4956-AEBB-B69FC59996A9}" type="presOf" srcId="{1F1EA7FD-21B4-42C6-A42B-9BD02C6A2ACE}" destId="{1EFD917B-53D7-479D-B5F2-AC8C0E518F61}" srcOrd="0" destOrd="0" presId="urn:microsoft.com/office/officeart/2008/layout/LinedList"/>
    <dgm:cxn modelId="{46720075-A0C8-4EAD-9760-4A1393E9C5C3}" type="presOf" srcId="{CACBAD80-01A1-4A5C-8167-AA67C5080E58}" destId="{D9CC31A6-AC2D-41EF-A094-67641375AD21}" srcOrd="0" destOrd="0" presId="urn:microsoft.com/office/officeart/2008/layout/LinedList"/>
    <dgm:cxn modelId="{0E539078-566B-4B6C-91A4-724C9732E19E}" type="presOf" srcId="{1232993D-7277-4554-897B-3A29D23DD849}" destId="{41DB27C4-3084-4EE5-9706-1C5AE84FE814}" srcOrd="0" destOrd="0" presId="urn:microsoft.com/office/officeart/2008/layout/LinedList"/>
    <dgm:cxn modelId="{B0D90886-5458-44DE-92F0-B4969E652CB7}" srcId="{1F1EA7FD-21B4-42C6-A42B-9BD02C6A2ACE}" destId="{1232993D-7277-4554-897B-3A29D23DD849}" srcOrd="1" destOrd="0" parTransId="{BE458A71-E285-4AED-A76C-67273F896F25}" sibTransId="{7A64F183-9CFC-4506-9E42-4F6D63F3E054}"/>
    <dgm:cxn modelId="{3CA37C86-FE15-4276-B052-D24E9E10A2EA}" srcId="{EF3C3A16-A504-4DB3-B4D1-2C1AE14F997B}" destId="{2FB520D2-8F29-44EA-BC7D-E146D07F4B8B}" srcOrd="0" destOrd="0" parTransId="{298E734F-78F1-4464-9C70-4B6CE927AE38}" sibTransId="{CF19D2CE-2F68-4CAC-B429-A136CB809BBD}"/>
    <dgm:cxn modelId="{CE655195-C5E3-4BE5-A353-A6EED398C902}" type="presOf" srcId="{EF3C3A16-A504-4DB3-B4D1-2C1AE14F997B}" destId="{499F0E2F-241D-433F-896D-B9BBEE1E7E38}" srcOrd="0" destOrd="0" presId="urn:microsoft.com/office/officeart/2008/layout/LinedList"/>
    <dgm:cxn modelId="{AB43CFA1-F99A-4D6F-919A-2B55AE0BD514}" type="presOf" srcId="{2FB520D2-8F29-44EA-BC7D-E146D07F4B8B}" destId="{63C3439F-9E9E-4762-A8B8-4C323159CB11}" srcOrd="0" destOrd="0" presId="urn:microsoft.com/office/officeart/2008/layout/LinedList"/>
    <dgm:cxn modelId="{71339EB8-4683-43AB-96DE-68016DE261BF}" srcId="{1F1EA7FD-21B4-42C6-A42B-9BD02C6A2ACE}" destId="{EF3C3A16-A504-4DB3-B4D1-2C1AE14F997B}" srcOrd="2" destOrd="0" parTransId="{BB9717F6-933B-477A-A26F-E7E644B47656}" sibTransId="{2CC4C41D-373D-4AEB-A96E-96F5740A734E}"/>
    <dgm:cxn modelId="{EB382ED4-DCE5-44E7-8876-C27E04DD82C6}" srcId="{DC70AA77-5C1E-42B9-A1AA-7EFE10E68A2F}" destId="{CACBAD80-01A1-4A5C-8167-AA67C5080E58}" srcOrd="1" destOrd="0" parTransId="{8998DD7F-C14A-4D86-A4A9-98589879FB6C}" sibTransId="{1DE7B95C-6475-429A-89A9-D0C9C3C972BD}"/>
    <dgm:cxn modelId="{DB1A9AEE-B88E-4470-BCC6-6F38E1AC3878}" srcId="{EF3C3A16-A504-4DB3-B4D1-2C1AE14F997B}" destId="{75B3ADBA-8F58-4A4A-881B-CDA96FE19DF0}" srcOrd="1" destOrd="0" parTransId="{B88BA131-0C2B-45DD-8824-E6C631AE58B0}" sibTransId="{95C4416A-E9BA-4D15-A4A3-A99C98157DE3}"/>
    <dgm:cxn modelId="{90D96AF1-ECC5-4E8E-8ADE-8F7ACCA06BE1}" srcId="{1F1EA7FD-21B4-42C6-A42B-9BD02C6A2ACE}" destId="{DC70AA77-5C1E-42B9-A1AA-7EFE10E68A2F}" srcOrd="0" destOrd="0" parTransId="{D2464BC5-4D96-45DD-BDA3-2688C8D1A067}" sibTransId="{8B518D05-0717-4AF8-93B2-11728F88395B}"/>
    <dgm:cxn modelId="{F3A73BF7-A570-4E89-B8F3-5DF9AEA833B4}" type="presOf" srcId="{DC70AA77-5C1E-42B9-A1AA-7EFE10E68A2F}" destId="{2D3A2F2C-EF0C-426E-8C5A-8FBE7B25B404}" srcOrd="0" destOrd="0" presId="urn:microsoft.com/office/officeart/2008/layout/LinedList"/>
    <dgm:cxn modelId="{906D2DFD-B3AA-4B6E-926E-781F60F7A747}" type="presOf" srcId="{75B3ADBA-8F58-4A4A-881B-CDA96FE19DF0}" destId="{3B5166DC-F5AD-4577-9431-887C621F93B1}" srcOrd="0" destOrd="0" presId="urn:microsoft.com/office/officeart/2008/layout/LinedList"/>
    <dgm:cxn modelId="{BA91225C-168B-4A44-B10A-08080A973FBD}" type="presParOf" srcId="{1EFD917B-53D7-479D-B5F2-AC8C0E518F61}" destId="{198CA2E8-9D5C-4774-B1E5-F36AAE667564}" srcOrd="0" destOrd="0" presId="urn:microsoft.com/office/officeart/2008/layout/LinedList"/>
    <dgm:cxn modelId="{7D849A99-8987-4BF8-A2A3-1A9C08A90017}" type="presParOf" srcId="{1EFD917B-53D7-479D-B5F2-AC8C0E518F61}" destId="{E2B500E0-1C25-450F-95B6-F855551AE7C4}" srcOrd="1" destOrd="0" presId="urn:microsoft.com/office/officeart/2008/layout/LinedList"/>
    <dgm:cxn modelId="{F3ED2B2B-35B1-460C-A7B3-4EE5DBD9B38D}" type="presParOf" srcId="{E2B500E0-1C25-450F-95B6-F855551AE7C4}" destId="{2D3A2F2C-EF0C-426E-8C5A-8FBE7B25B404}" srcOrd="0" destOrd="0" presId="urn:microsoft.com/office/officeart/2008/layout/LinedList"/>
    <dgm:cxn modelId="{80DE59CE-665A-408F-B88D-7D9E5D87562D}" type="presParOf" srcId="{E2B500E0-1C25-450F-95B6-F855551AE7C4}" destId="{196608BD-2C13-41FF-AC05-2F101B002CC6}" srcOrd="1" destOrd="0" presId="urn:microsoft.com/office/officeart/2008/layout/LinedList"/>
    <dgm:cxn modelId="{DAAB7A6D-3A49-4877-9FCD-7C492499CD8C}" type="presParOf" srcId="{196608BD-2C13-41FF-AC05-2F101B002CC6}" destId="{FE37DF03-6FE8-4CC1-9987-59887E5342B7}" srcOrd="0" destOrd="0" presId="urn:microsoft.com/office/officeart/2008/layout/LinedList"/>
    <dgm:cxn modelId="{3130BA9B-FCA2-4335-9760-20B1745E1E8C}" type="presParOf" srcId="{196608BD-2C13-41FF-AC05-2F101B002CC6}" destId="{06FA0C58-0E5E-4FE4-B073-A2965CD6CFF6}" srcOrd="1" destOrd="0" presId="urn:microsoft.com/office/officeart/2008/layout/LinedList"/>
    <dgm:cxn modelId="{521BB6AC-6ABF-4003-87ED-5BB404C3653E}" type="presParOf" srcId="{06FA0C58-0E5E-4FE4-B073-A2965CD6CFF6}" destId="{5B7991A7-6A1A-4D65-9BF7-1DA18A2A9C55}" srcOrd="0" destOrd="0" presId="urn:microsoft.com/office/officeart/2008/layout/LinedList"/>
    <dgm:cxn modelId="{96A1CCF5-48DC-4EED-9EA3-FB1F2FE79D62}" type="presParOf" srcId="{06FA0C58-0E5E-4FE4-B073-A2965CD6CFF6}" destId="{9B876BC5-A24B-4687-A7EB-65F8F2D4468A}" srcOrd="1" destOrd="0" presId="urn:microsoft.com/office/officeart/2008/layout/LinedList"/>
    <dgm:cxn modelId="{0AA1F545-F938-47D8-8D6C-DB9A84712BCF}" type="presParOf" srcId="{06FA0C58-0E5E-4FE4-B073-A2965CD6CFF6}" destId="{567AEDC0-C5B5-47CD-9D5E-29BB11C1E450}" srcOrd="2" destOrd="0" presId="urn:microsoft.com/office/officeart/2008/layout/LinedList"/>
    <dgm:cxn modelId="{A8FE9EDF-9B78-4991-81A4-30C5DDC3A5CB}" type="presParOf" srcId="{196608BD-2C13-41FF-AC05-2F101B002CC6}" destId="{381E4FE2-5525-4126-9456-88438387E8FB}" srcOrd="2" destOrd="0" presId="urn:microsoft.com/office/officeart/2008/layout/LinedList"/>
    <dgm:cxn modelId="{073F57BD-F122-4345-9191-8CACC2B6A8B1}" type="presParOf" srcId="{196608BD-2C13-41FF-AC05-2F101B002CC6}" destId="{B387E53D-294E-476B-BC46-4D10DCD98FD3}" srcOrd="3" destOrd="0" presId="urn:microsoft.com/office/officeart/2008/layout/LinedList"/>
    <dgm:cxn modelId="{02ACE451-C234-4800-BF40-EB1D674B4F9A}" type="presParOf" srcId="{196608BD-2C13-41FF-AC05-2F101B002CC6}" destId="{1BD19BB1-989A-4C57-AC5C-85F6FA3F3BBF}" srcOrd="4" destOrd="0" presId="urn:microsoft.com/office/officeart/2008/layout/LinedList"/>
    <dgm:cxn modelId="{08FB1668-9AEE-4734-9EB8-C809DE1EDD94}" type="presParOf" srcId="{1BD19BB1-989A-4C57-AC5C-85F6FA3F3BBF}" destId="{B5ED965A-FF48-4173-B700-D0D03FA37BD6}" srcOrd="0" destOrd="0" presId="urn:microsoft.com/office/officeart/2008/layout/LinedList"/>
    <dgm:cxn modelId="{DD109026-30D6-4AD4-A374-682DF5BB1039}" type="presParOf" srcId="{1BD19BB1-989A-4C57-AC5C-85F6FA3F3BBF}" destId="{D9CC31A6-AC2D-41EF-A094-67641375AD21}" srcOrd="1" destOrd="0" presId="urn:microsoft.com/office/officeart/2008/layout/LinedList"/>
    <dgm:cxn modelId="{947DD704-19C2-48F4-8692-064E1F397C03}" type="presParOf" srcId="{1BD19BB1-989A-4C57-AC5C-85F6FA3F3BBF}" destId="{1B7821B9-EF32-4510-9EC2-9DA2C7C946ED}" srcOrd="2" destOrd="0" presId="urn:microsoft.com/office/officeart/2008/layout/LinedList"/>
    <dgm:cxn modelId="{56A5F050-42AF-46E2-A4A5-EE8B582A5041}" type="presParOf" srcId="{196608BD-2C13-41FF-AC05-2F101B002CC6}" destId="{6E930D12-275D-4719-B009-D063CBAB141A}" srcOrd="5" destOrd="0" presId="urn:microsoft.com/office/officeart/2008/layout/LinedList"/>
    <dgm:cxn modelId="{917F2B8C-DD85-4708-B231-AA2B9D1AAAAA}" type="presParOf" srcId="{196608BD-2C13-41FF-AC05-2F101B002CC6}" destId="{0DB835D6-E84E-4E58-8A78-F2775302FD5C}" srcOrd="6" destOrd="0" presId="urn:microsoft.com/office/officeart/2008/layout/LinedList"/>
    <dgm:cxn modelId="{20A55186-7AAB-4DEB-AFBC-29701F1845F5}" type="presParOf" srcId="{196608BD-2C13-41FF-AC05-2F101B002CC6}" destId="{72C7FE8A-02A6-402C-A3F5-6FD28D63F99C}" srcOrd="7" destOrd="0" presId="urn:microsoft.com/office/officeart/2008/layout/LinedList"/>
    <dgm:cxn modelId="{260CB55D-9CAD-4AD7-912D-F1ECB7879AB6}" type="presParOf" srcId="{72C7FE8A-02A6-402C-A3F5-6FD28D63F99C}" destId="{161CE744-8AD6-4149-A811-B72437106FC0}" srcOrd="0" destOrd="0" presId="urn:microsoft.com/office/officeart/2008/layout/LinedList"/>
    <dgm:cxn modelId="{304D95EB-1AE2-4AE6-ABDF-AB58C9DF1507}" type="presParOf" srcId="{72C7FE8A-02A6-402C-A3F5-6FD28D63F99C}" destId="{D53E1129-72BF-45CF-80A1-EDC4731D18DF}" srcOrd="1" destOrd="0" presId="urn:microsoft.com/office/officeart/2008/layout/LinedList"/>
    <dgm:cxn modelId="{56576103-8353-4071-865E-EC68A35270F2}" type="presParOf" srcId="{72C7FE8A-02A6-402C-A3F5-6FD28D63F99C}" destId="{EDCB1441-827C-48B0-9791-13C03A08126E}" srcOrd="2" destOrd="0" presId="urn:microsoft.com/office/officeart/2008/layout/LinedList"/>
    <dgm:cxn modelId="{914EC383-DD11-4551-B866-AB11F0A4DE11}" type="presParOf" srcId="{196608BD-2C13-41FF-AC05-2F101B002CC6}" destId="{38BD243F-9DA7-46BE-9601-62700ADD9AA2}" srcOrd="8" destOrd="0" presId="urn:microsoft.com/office/officeart/2008/layout/LinedList"/>
    <dgm:cxn modelId="{75669BDB-9900-4365-BE2B-0305EFCE46EA}" type="presParOf" srcId="{196608BD-2C13-41FF-AC05-2F101B002CC6}" destId="{A7DE0DD9-DDCF-476F-831D-D335C74E09EE}" srcOrd="9" destOrd="0" presId="urn:microsoft.com/office/officeart/2008/layout/LinedList"/>
    <dgm:cxn modelId="{D0AB9D6F-15AF-4C04-8873-45553F7A67A9}" type="presParOf" srcId="{1EFD917B-53D7-479D-B5F2-AC8C0E518F61}" destId="{6D51E1B2-F817-43F9-9FE4-1B750C27CDD2}" srcOrd="2" destOrd="0" presId="urn:microsoft.com/office/officeart/2008/layout/LinedList"/>
    <dgm:cxn modelId="{61762322-6FAA-4E47-B45B-785385FAAE97}" type="presParOf" srcId="{1EFD917B-53D7-479D-B5F2-AC8C0E518F61}" destId="{14EFBF76-8CB7-4473-A8D6-E9BE3FB2E163}" srcOrd="3" destOrd="0" presId="urn:microsoft.com/office/officeart/2008/layout/LinedList"/>
    <dgm:cxn modelId="{28875A05-6ABB-401F-A2E5-43C63F1F7C4D}" type="presParOf" srcId="{14EFBF76-8CB7-4473-A8D6-E9BE3FB2E163}" destId="{41DB27C4-3084-4EE5-9706-1C5AE84FE814}" srcOrd="0" destOrd="0" presId="urn:microsoft.com/office/officeart/2008/layout/LinedList"/>
    <dgm:cxn modelId="{2F655395-50AD-41D0-824C-B8E56824C96B}" type="presParOf" srcId="{14EFBF76-8CB7-4473-A8D6-E9BE3FB2E163}" destId="{9A32301A-EB84-454A-B1C7-6B1D6F338A50}" srcOrd="1" destOrd="0" presId="urn:microsoft.com/office/officeart/2008/layout/LinedList"/>
    <dgm:cxn modelId="{6D5A72ED-84D8-4562-9CD0-5ADE76F1E312}" type="presParOf" srcId="{1EFD917B-53D7-479D-B5F2-AC8C0E518F61}" destId="{3773A254-5B5A-489A-B034-24ED7F44B287}" srcOrd="4" destOrd="0" presId="urn:microsoft.com/office/officeart/2008/layout/LinedList"/>
    <dgm:cxn modelId="{89BBC219-248A-4B49-9E5C-7C589CD74158}" type="presParOf" srcId="{1EFD917B-53D7-479D-B5F2-AC8C0E518F61}" destId="{6DC73EB2-670F-4ADB-9657-4ADBC3A13750}" srcOrd="5" destOrd="0" presId="urn:microsoft.com/office/officeart/2008/layout/LinedList"/>
    <dgm:cxn modelId="{4335B8DE-3204-4443-8E6A-156D6CC6E6A1}" type="presParOf" srcId="{6DC73EB2-670F-4ADB-9657-4ADBC3A13750}" destId="{499F0E2F-241D-433F-896D-B9BBEE1E7E38}" srcOrd="0" destOrd="0" presId="urn:microsoft.com/office/officeart/2008/layout/LinedList"/>
    <dgm:cxn modelId="{42D96611-2B3B-4E17-9388-C8A8E732F659}" type="presParOf" srcId="{6DC73EB2-670F-4ADB-9657-4ADBC3A13750}" destId="{F1B23B0E-D598-4E87-ADBC-97FACF2899F4}" srcOrd="1" destOrd="0" presId="urn:microsoft.com/office/officeart/2008/layout/LinedList"/>
    <dgm:cxn modelId="{470C57DE-C884-4DEB-B859-E669DECCF8FD}" type="presParOf" srcId="{F1B23B0E-D598-4E87-ADBC-97FACF2899F4}" destId="{E0C60542-E07B-4540-9E93-59F772645A3D}" srcOrd="0" destOrd="0" presId="urn:microsoft.com/office/officeart/2008/layout/LinedList"/>
    <dgm:cxn modelId="{1BC895E2-F5A0-471D-9320-C11BA7EBF511}" type="presParOf" srcId="{F1B23B0E-D598-4E87-ADBC-97FACF2899F4}" destId="{B221BD67-4179-45BF-BD1F-3E9F645C1FD1}" srcOrd="1" destOrd="0" presId="urn:microsoft.com/office/officeart/2008/layout/LinedList"/>
    <dgm:cxn modelId="{1A8D1829-3C9A-4423-B382-356C8DE469EE}" type="presParOf" srcId="{B221BD67-4179-45BF-BD1F-3E9F645C1FD1}" destId="{F1421E3C-E8FB-4369-A26D-14F6D17B3198}" srcOrd="0" destOrd="0" presId="urn:microsoft.com/office/officeart/2008/layout/LinedList"/>
    <dgm:cxn modelId="{DE2EC9DF-6D86-44C6-B6AE-32E65078BCC6}" type="presParOf" srcId="{B221BD67-4179-45BF-BD1F-3E9F645C1FD1}" destId="{63C3439F-9E9E-4762-A8B8-4C323159CB11}" srcOrd="1" destOrd="0" presId="urn:microsoft.com/office/officeart/2008/layout/LinedList"/>
    <dgm:cxn modelId="{C528274B-58B5-490D-960A-A7825D9BB5F6}" type="presParOf" srcId="{B221BD67-4179-45BF-BD1F-3E9F645C1FD1}" destId="{D054F4F9-FCDF-4B96-A270-2A401860CE25}" srcOrd="2" destOrd="0" presId="urn:microsoft.com/office/officeart/2008/layout/LinedList"/>
    <dgm:cxn modelId="{623AC264-4812-4E20-928E-19A59CE310B8}" type="presParOf" srcId="{F1B23B0E-D598-4E87-ADBC-97FACF2899F4}" destId="{D8035D8A-2039-4F41-9D70-FCB06B975417}" srcOrd="2" destOrd="0" presId="urn:microsoft.com/office/officeart/2008/layout/LinedList"/>
    <dgm:cxn modelId="{8B730F40-3CAD-4B24-9FBD-5C0CE215076C}" type="presParOf" srcId="{F1B23B0E-D598-4E87-ADBC-97FACF2899F4}" destId="{D444E549-AC62-4677-A708-5607EAB2F5EB}" srcOrd="3" destOrd="0" presId="urn:microsoft.com/office/officeart/2008/layout/LinedList"/>
    <dgm:cxn modelId="{478ADBEA-7914-4B1B-8C1E-BC5A6D60D2E0}" type="presParOf" srcId="{F1B23B0E-D598-4E87-ADBC-97FACF2899F4}" destId="{AF7424B8-887A-4707-A64B-DF98FCB44B52}" srcOrd="4" destOrd="0" presId="urn:microsoft.com/office/officeart/2008/layout/LinedList"/>
    <dgm:cxn modelId="{39AAABB8-1050-47DD-8946-4242D2130ABE}" type="presParOf" srcId="{AF7424B8-887A-4707-A64B-DF98FCB44B52}" destId="{2E5092F6-1048-4541-A7EC-2B83D9DFEC03}" srcOrd="0" destOrd="0" presId="urn:microsoft.com/office/officeart/2008/layout/LinedList"/>
    <dgm:cxn modelId="{AA1F3C52-9CE0-48CF-95DE-07A4A3621FA6}" type="presParOf" srcId="{AF7424B8-887A-4707-A64B-DF98FCB44B52}" destId="{3B5166DC-F5AD-4577-9431-887C621F93B1}" srcOrd="1" destOrd="0" presId="urn:microsoft.com/office/officeart/2008/layout/LinedList"/>
    <dgm:cxn modelId="{A803B7D0-E412-4737-9B02-0F9F62F93247}" type="presParOf" srcId="{AF7424B8-887A-4707-A64B-DF98FCB44B52}" destId="{702C79EB-2DB1-4716-8F29-0413E1722F4D}" srcOrd="2" destOrd="0" presId="urn:microsoft.com/office/officeart/2008/layout/LinedList"/>
    <dgm:cxn modelId="{47075C0C-2F50-4928-822A-9C67EF7D5F0D}" type="presParOf" srcId="{F1B23B0E-D598-4E87-ADBC-97FACF2899F4}" destId="{577DD72A-2255-4301-BE37-2B70ABF8478D}" srcOrd="5" destOrd="0" presId="urn:microsoft.com/office/officeart/2008/layout/LinedList"/>
    <dgm:cxn modelId="{206FE3D0-DC0A-43A7-BC04-4A0A2398FC9E}" type="presParOf" srcId="{F1B23B0E-D598-4E87-ADBC-97FACF2899F4}" destId="{E459C0E8-4B49-4EBB-A37F-1D671FCE7C9C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A998D-0BFC-4EBD-B0D7-2BF4C47554CF}">
      <dsp:nvSpPr>
        <dsp:cNvPr id="0" name=""/>
        <dsp:cNvSpPr/>
      </dsp:nvSpPr>
      <dsp:spPr>
        <a:xfrm>
          <a:off x="0" y="77578"/>
          <a:ext cx="6666833" cy="1720174"/>
        </a:xfrm>
        <a:prstGeom prst="roundRect">
          <a:avLst/>
        </a:prstGeom>
        <a:solidFill>
          <a:schemeClr val="accent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400" u="sng" kern="1200" noProof="0" dirty="0"/>
            <a:t>74</a:t>
          </a:r>
          <a:r>
            <a:rPr lang="it-IT" sz="2400" u="sng" kern="1200" baseline="0" noProof="0" dirty="0"/>
            <a:t> osservazioni</a:t>
          </a:r>
          <a:r>
            <a:rPr lang="it-IT" sz="2400" kern="1200" baseline="0" noProof="0" dirty="0"/>
            <a:t>: diversi modelli di auto VENDUTI NEL 1979 NEGLI STATI UNITI D’AMERICA</a:t>
          </a:r>
          <a:endParaRPr lang="it-IT" sz="2400" kern="1200" noProof="0" dirty="0"/>
        </a:p>
      </dsp:txBody>
      <dsp:txXfrm>
        <a:off x="83972" y="161550"/>
        <a:ext cx="6498889" cy="1552230"/>
      </dsp:txXfrm>
    </dsp:sp>
    <dsp:sp modelId="{36BCF09B-0773-4E94-8176-D13686337602}">
      <dsp:nvSpPr>
        <dsp:cNvPr id="0" name=""/>
        <dsp:cNvSpPr/>
      </dsp:nvSpPr>
      <dsp:spPr>
        <a:xfrm>
          <a:off x="0" y="1866872"/>
          <a:ext cx="6666833" cy="1720174"/>
        </a:xfrm>
        <a:prstGeom prst="roundRect">
          <a:avLst/>
        </a:prstGeom>
        <a:solidFill>
          <a:schemeClr val="accent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400" u="sng" kern="1200" noProof="0" dirty="0"/>
            <a:t>15 Variabili</a:t>
          </a:r>
          <a:r>
            <a:rPr lang="it-IT" sz="2400" kern="1200" noProof="0" dirty="0"/>
            <a:t>: origine, prezzo, livello di riparazioni  e caratteristiche fisiche e meccaniche dell’auto</a:t>
          </a:r>
        </a:p>
      </dsp:txBody>
      <dsp:txXfrm>
        <a:off x="83972" y="1950844"/>
        <a:ext cx="6498889" cy="1552230"/>
      </dsp:txXfrm>
    </dsp:sp>
    <dsp:sp modelId="{ED8956F6-4CB8-4625-A25D-E7B021D07558}">
      <dsp:nvSpPr>
        <dsp:cNvPr id="0" name=""/>
        <dsp:cNvSpPr/>
      </dsp:nvSpPr>
      <dsp:spPr>
        <a:xfrm>
          <a:off x="0" y="3656167"/>
          <a:ext cx="6666833" cy="1720174"/>
        </a:xfrm>
        <a:prstGeom prst="roundRect">
          <a:avLst/>
        </a:prstGeom>
        <a:solidFill>
          <a:schemeClr val="accent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400" u="sng" kern="1200" noProof="0" dirty="0"/>
            <a:t>Obiettivo</a:t>
          </a:r>
          <a:r>
            <a:rPr lang="it-IT" sz="2400" kern="1200" noProof="0" dirty="0"/>
            <a:t>: descrizione dei dati rispetto alle variabili rep77 e rep78 (</a:t>
          </a:r>
          <a:r>
            <a:rPr lang="it-IT" sz="2400" kern="1200" dirty="0"/>
            <a:t>VALUTAZIONE su una scala a 5 LIVELLI relativi alle RIPARAZIONI NEI RISPETTIVI ANNI: 5 migliore, 1 peggiore)</a:t>
          </a:r>
          <a:endParaRPr lang="it-IT" sz="2400" kern="1200" noProof="0" dirty="0"/>
        </a:p>
      </dsp:txBody>
      <dsp:txXfrm>
        <a:off x="83972" y="3740139"/>
        <a:ext cx="6498889" cy="15522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B1C64-A18A-4DA7-AB52-9D822BA560AF}">
      <dsp:nvSpPr>
        <dsp:cNvPr id="0" name=""/>
        <dsp:cNvSpPr/>
      </dsp:nvSpPr>
      <dsp:spPr>
        <a:xfrm>
          <a:off x="0" y="184158"/>
          <a:ext cx="5737780" cy="1230693"/>
        </a:xfrm>
        <a:prstGeom prst="roundRect">
          <a:avLst/>
        </a:prstGeom>
        <a:solidFill>
          <a:schemeClr val="accent1">
            <a:lumMod val="5000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200" kern="1200" noProof="0" dirty="0"/>
            <a:t>I dati, per origine, non sono equamente distribuiti</a:t>
          </a:r>
        </a:p>
      </dsp:txBody>
      <dsp:txXfrm>
        <a:off x="60077" y="244235"/>
        <a:ext cx="5617626" cy="1110539"/>
      </dsp:txXfrm>
    </dsp:sp>
    <dsp:sp modelId="{8FA36B95-A8F3-4E8C-880E-73DD3B8D3EAA}">
      <dsp:nvSpPr>
        <dsp:cNvPr id="0" name=""/>
        <dsp:cNvSpPr/>
      </dsp:nvSpPr>
      <dsp:spPr>
        <a:xfrm>
          <a:off x="0" y="1478212"/>
          <a:ext cx="5737780" cy="1352089"/>
        </a:xfrm>
        <a:prstGeom prst="roundRect">
          <a:avLst/>
        </a:prstGeom>
        <a:solidFill>
          <a:schemeClr val="accent1">
            <a:lumMod val="5000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200" kern="1200" noProof="0" dirty="0"/>
            <a:t>Le auto provengono da 23 case automobilistiche differenti:</a:t>
          </a:r>
          <a:br>
            <a:rPr lang="it-IT" sz="2200" kern="1200" noProof="0" dirty="0"/>
          </a:br>
          <a:r>
            <a:rPr lang="it-IT" sz="2200" kern="1200" noProof="0" dirty="0"/>
            <a:t>11 di origine a, 7 di origine e, 5 di origine j</a:t>
          </a:r>
        </a:p>
      </dsp:txBody>
      <dsp:txXfrm>
        <a:off x="66004" y="1544216"/>
        <a:ext cx="5605772" cy="1220081"/>
      </dsp:txXfrm>
    </dsp:sp>
    <dsp:sp modelId="{6535256C-EC98-4CEA-9293-C357413A3689}">
      <dsp:nvSpPr>
        <dsp:cNvPr id="0" name=""/>
        <dsp:cNvSpPr/>
      </dsp:nvSpPr>
      <dsp:spPr>
        <a:xfrm>
          <a:off x="0" y="2893661"/>
          <a:ext cx="5737780" cy="1462962"/>
        </a:xfrm>
        <a:prstGeom prst="roundRect">
          <a:avLst/>
        </a:prstGeom>
        <a:solidFill>
          <a:schemeClr val="accent1">
            <a:lumMod val="5000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2200" kern="1200" noProof="0" dirty="0"/>
            <a:t>Sono</a:t>
          </a:r>
          <a:r>
            <a:rPr lang="it-IT" sz="2200" kern="1200" baseline="0" noProof="0" dirty="0"/>
            <a:t> presenti 5 osservazioni con valori mancanti per le due variabili considerate per l’analisi</a:t>
          </a:r>
          <a:endParaRPr lang="it-IT" sz="2200" kern="1200" noProof="0" dirty="0"/>
        </a:p>
      </dsp:txBody>
      <dsp:txXfrm>
        <a:off x="71416" y="2965077"/>
        <a:ext cx="5594948" cy="13201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AA2AA-1FD1-468D-8C60-58748FEF7285}">
      <dsp:nvSpPr>
        <dsp:cNvPr id="0" name=""/>
        <dsp:cNvSpPr/>
      </dsp:nvSpPr>
      <dsp:spPr>
        <a:xfrm>
          <a:off x="0" y="3199"/>
          <a:ext cx="39728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FB6083-30B5-41E9-BE93-1E46A9F9A8B6}">
      <dsp:nvSpPr>
        <dsp:cNvPr id="0" name=""/>
        <dsp:cNvSpPr/>
      </dsp:nvSpPr>
      <dsp:spPr>
        <a:xfrm>
          <a:off x="0" y="3199"/>
          <a:ext cx="3972874" cy="1091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Valore </a:t>
          </a:r>
          <a:r>
            <a:rPr lang="en-US" sz="1600" kern="1200" dirty="0" err="1"/>
            <a:t>più</a:t>
          </a:r>
          <a:r>
            <a:rPr lang="en-US" sz="1600" kern="1200" dirty="0"/>
            <a:t> </a:t>
          </a:r>
          <a:r>
            <a:rPr lang="en-US" sz="1600" kern="1200" dirty="0" err="1"/>
            <a:t>presente</a:t>
          </a:r>
          <a:r>
            <a:rPr lang="en-US" sz="1600" kern="1200" dirty="0"/>
            <a:t> 3: </a:t>
          </a:r>
          <a:br>
            <a:rPr lang="en-US" sz="1600" kern="1200" dirty="0"/>
          </a:br>
          <a:r>
            <a:rPr lang="en-US" sz="1600" kern="1200" dirty="0"/>
            <a:t>36% circa in rep77</a:t>
          </a:r>
          <a:br>
            <a:rPr lang="en-US" sz="1600" kern="1200" dirty="0"/>
          </a:br>
          <a:r>
            <a:rPr lang="en-US" sz="1600" kern="1200" dirty="0"/>
            <a:t>41% circa in rep78</a:t>
          </a:r>
        </a:p>
      </dsp:txBody>
      <dsp:txXfrm>
        <a:off x="0" y="3199"/>
        <a:ext cx="3972874" cy="1091034"/>
      </dsp:txXfrm>
    </dsp:sp>
    <dsp:sp modelId="{E6861AFA-48EE-4FBF-AF1A-C22BF17CC852}">
      <dsp:nvSpPr>
        <dsp:cNvPr id="0" name=""/>
        <dsp:cNvSpPr/>
      </dsp:nvSpPr>
      <dsp:spPr>
        <a:xfrm>
          <a:off x="0" y="1094234"/>
          <a:ext cx="39728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36D83-3190-4F92-924A-3F619BF7347F}">
      <dsp:nvSpPr>
        <dsp:cNvPr id="0" name=""/>
        <dsp:cNvSpPr/>
      </dsp:nvSpPr>
      <dsp:spPr>
        <a:xfrm>
          <a:off x="0" y="1094234"/>
          <a:ext cx="3972874" cy="1091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Valore</a:t>
          </a:r>
          <a:r>
            <a:rPr lang="en-US" sz="1600" kern="1200" baseline="0" dirty="0"/>
            <a:t> </a:t>
          </a:r>
          <a:r>
            <a:rPr lang="en-US" sz="1600" kern="1200" baseline="0" dirty="0" err="1"/>
            <a:t>meno</a:t>
          </a:r>
          <a:r>
            <a:rPr lang="en-US" sz="1600" kern="1200" baseline="0" dirty="0"/>
            <a:t> </a:t>
          </a:r>
          <a:r>
            <a:rPr lang="en-US" sz="1600" kern="1200" baseline="0" dirty="0" err="1"/>
            <a:t>presente</a:t>
          </a:r>
          <a:r>
            <a:rPr lang="en-US" sz="1600" kern="1200" baseline="0" dirty="0"/>
            <a:t> 1</a:t>
          </a:r>
          <a:br>
            <a:rPr lang="en-US" sz="1600" kern="1200" baseline="0" dirty="0"/>
          </a:br>
          <a:r>
            <a:rPr lang="en-US" sz="1600" kern="1200" baseline="0" dirty="0"/>
            <a:t>poco </a:t>
          </a:r>
          <a:r>
            <a:rPr lang="en-US" sz="1600" kern="1200" baseline="0" dirty="0" err="1"/>
            <a:t>più</a:t>
          </a:r>
          <a:r>
            <a:rPr lang="en-US" sz="1600" kern="1200" baseline="0" dirty="0"/>
            <a:t> del 4% in rep77</a:t>
          </a:r>
          <a:br>
            <a:rPr lang="en-US" sz="1600" kern="1200" baseline="0" dirty="0"/>
          </a:br>
          <a:r>
            <a:rPr lang="en-US" sz="1600" kern="1200" baseline="0" dirty="0" err="1"/>
            <a:t>meno</a:t>
          </a:r>
          <a:r>
            <a:rPr lang="en-US" sz="1600" kern="1200" baseline="0" dirty="0"/>
            <a:t> del 3% in rep78</a:t>
          </a:r>
          <a:endParaRPr lang="en-US" sz="1600" kern="1200" dirty="0"/>
        </a:p>
      </dsp:txBody>
      <dsp:txXfrm>
        <a:off x="0" y="1094234"/>
        <a:ext cx="3972874" cy="1091034"/>
      </dsp:txXfrm>
    </dsp:sp>
    <dsp:sp modelId="{9D75CF36-6658-4F12-8EF0-91BB2197F490}">
      <dsp:nvSpPr>
        <dsp:cNvPr id="0" name=""/>
        <dsp:cNvSpPr/>
      </dsp:nvSpPr>
      <dsp:spPr>
        <a:xfrm>
          <a:off x="0" y="2185269"/>
          <a:ext cx="39728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0280B-827C-445B-8756-6DE34E94CBEC}">
      <dsp:nvSpPr>
        <dsp:cNvPr id="0" name=""/>
        <dsp:cNvSpPr/>
      </dsp:nvSpPr>
      <dsp:spPr>
        <a:xfrm>
          <a:off x="0" y="2185269"/>
          <a:ext cx="3972874" cy="1091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Alto </a:t>
          </a:r>
          <a:r>
            <a:rPr lang="en-US" sz="1600" kern="1200" dirty="0" err="1"/>
            <a:t>numero</a:t>
          </a:r>
          <a:r>
            <a:rPr lang="en-US" sz="1600" kern="1200" dirty="0"/>
            <a:t> di missing:</a:t>
          </a:r>
          <a:br>
            <a:rPr lang="en-US" sz="1600" kern="1200" dirty="0"/>
          </a:br>
          <a:r>
            <a:rPr lang="en-US" sz="1600" kern="1200" dirty="0"/>
            <a:t>10% circa in rep77</a:t>
          </a:r>
          <a:br>
            <a:rPr lang="en-US" sz="1600" kern="1200" dirty="0"/>
          </a:br>
          <a:r>
            <a:rPr lang="en-US" sz="1600" kern="1200" dirty="0"/>
            <a:t>7% circa in rep78</a:t>
          </a:r>
        </a:p>
      </dsp:txBody>
      <dsp:txXfrm>
        <a:off x="0" y="2185269"/>
        <a:ext cx="3972874" cy="1091034"/>
      </dsp:txXfrm>
    </dsp:sp>
    <dsp:sp modelId="{F6958B7A-83E0-4373-9D4E-DD76E836E59D}">
      <dsp:nvSpPr>
        <dsp:cNvPr id="0" name=""/>
        <dsp:cNvSpPr/>
      </dsp:nvSpPr>
      <dsp:spPr>
        <a:xfrm>
          <a:off x="0" y="3276304"/>
          <a:ext cx="39728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44978-AC37-4F83-8A96-1348614C6B92}">
      <dsp:nvSpPr>
        <dsp:cNvPr id="0" name=""/>
        <dsp:cNvSpPr/>
      </dsp:nvSpPr>
      <dsp:spPr>
        <a:xfrm>
          <a:off x="0" y="3276304"/>
          <a:ext cx="3972874" cy="1091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Per la </a:t>
          </a:r>
          <a:r>
            <a:rPr lang="en-US" sz="1600" kern="1200" dirty="0" err="1"/>
            <a:t>maggior</a:t>
          </a:r>
          <a:r>
            <a:rPr lang="en-US" sz="1600" kern="1200" dirty="0"/>
            <a:t> </a:t>
          </a:r>
          <a:r>
            <a:rPr lang="en-US" sz="1600" kern="1200" dirty="0" err="1"/>
            <a:t>parte</a:t>
          </a:r>
          <a:r>
            <a:rPr lang="en-US" sz="1600" kern="1200" dirty="0"/>
            <a:t> </a:t>
          </a:r>
          <a:r>
            <a:rPr lang="en-US" sz="1600" kern="1200" dirty="0" err="1"/>
            <a:t>delle</a:t>
          </a:r>
          <a:r>
            <a:rPr lang="en-US" sz="1600" kern="1200" dirty="0"/>
            <a:t> auto </a:t>
          </a:r>
          <a:r>
            <a:rPr lang="en-US" sz="1600" kern="1200" dirty="0" err="1"/>
            <a:t>si</a:t>
          </a:r>
          <a:r>
            <a:rPr lang="en-US" sz="1600" kern="1200" dirty="0"/>
            <a:t> ha lo </a:t>
          </a:r>
          <a:r>
            <a:rPr lang="en-US" sz="1600" kern="1200" dirty="0" err="1"/>
            <a:t>stesso</a:t>
          </a:r>
          <a:r>
            <a:rPr lang="en-US" sz="1600" kern="1200" dirty="0"/>
            <a:t> </a:t>
          </a:r>
          <a:r>
            <a:rPr lang="en-US" sz="1600" kern="1200" dirty="0" err="1"/>
            <a:t>valore</a:t>
          </a:r>
          <a:r>
            <a:rPr lang="en-US" sz="1600" kern="1200" dirty="0"/>
            <a:t> per rep77 e rep78</a:t>
          </a:r>
        </a:p>
      </dsp:txBody>
      <dsp:txXfrm>
        <a:off x="0" y="3276304"/>
        <a:ext cx="3972874" cy="1091034"/>
      </dsp:txXfrm>
    </dsp:sp>
    <dsp:sp modelId="{B9114202-3837-47FF-B201-7E214F4504D2}">
      <dsp:nvSpPr>
        <dsp:cNvPr id="0" name=""/>
        <dsp:cNvSpPr/>
      </dsp:nvSpPr>
      <dsp:spPr>
        <a:xfrm>
          <a:off x="0" y="4367339"/>
          <a:ext cx="39728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797A2-9641-4AA4-9B4C-607A8AC10CC0}">
      <dsp:nvSpPr>
        <dsp:cNvPr id="0" name=""/>
        <dsp:cNvSpPr/>
      </dsp:nvSpPr>
      <dsp:spPr>
        <a:xfrm>
          <a:off x="0" y="4367339"/>
          <a:ext cx="3972874" cy="1091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Più</a:t>
          </a:r>
          <a:r>
            <a:rPr lang="en-US" sz="1600" kern="1200" dirty="0"/>
            <a:t> di 1/5 </a:t>
          </a:r>
          <a:r>
            <a:rPr lang="en-US" sz="1600" kern="1200" dirty="0" err="1"/>
            <a:t>delle</a:t>
          </a:r>
          <a:r>
            <a:rPr lang="en-US" sz="1600" kern="1200" dirty="0"/>
            <a:t> auto ha un </a:t>
          </a:r>
          <a:r>
            <a:rPr lang="en-US" sz="1600" kern="1200" dirty="0" err="1"/>
            <a:t>valore</a:t>
          </a:r>
          <a:r>
            <a:rPr lang="en-US" sz="1600" kern="1200" dirty="0"/>
            <a:t> </a:t>
          </a:r>
          <a:r>
            <a:rPr lang="en-US" sz="1600" kern="1200" dirty="0" err="1"/>
            <a:t>migliore</a:t>
          </a:r>
          <a:r>
            <a:rPr lang="en-US" sz="1600" kern="1200" dirty="0"/>
            <a:t> per rep78 di rep77, </a:t>
          </a:r>
          <a:r>
            <a:rPr lang="en-US" sz="1600" kern="1200" dirty="0" err="1"/>
            <a:t>mentre</a:t>
          </a:r>
          <a:r>
            <a:rPr lang="en-US" sz="1600" kern="1200" dirty="0"/>
            <a:t> per quasi il 10% </a:t>
          </a:r>
          <a:r>
            <a:rPr lang="en-US" sz="1600" kern="1200" dirty="0" err="1"/>
            <a:t>c’è</a:t>
          </a:r>
          <a:r>
            <a:rPr lang="en-US" sz="1600" kern="1200" dirty="0"/>
            <a:t> un </a:t>
          </a:r>
          <a:r>
            <a:rPr lang="en-US" sz="1600" kern="1200" dirty="0" err="1"/>
            <a:t>peggioramento</a:t>
          </a:r>
          <a:endParaRPr lang="en-US" sz="1600" kern="1200" dirty="0"/>
        </a:p>
      </dsp:txBody>
      <dsp:txXfrm>
        <a:off x="0" y="4367339"/>
        <a:ext cx="3972874" cy="1091034"/>
      </dsp:txXfrm>
    </dsp:sp>
    <dsp:sp modelId="{C9F2F459-0C31-424E-BBBA-83662BBE7A7A}">
      <dsp:nvSpPr>
        <dsp:cNvPr id="0" name=""/>
        <dsp:cNvSpPr/>
      </dsp:nvSpPr>
      <dsp:spPr>
        <a:xfrm>
          <a:off x="0" y="5458374"/>
          <a:ext cx="397287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E8093-B822-406E-9645-8C1EB4A7F217}">
      <dsp:nvSpPr>
        <dsp:cNvPr id="0" name=""/>
        <dsp:cNvSpPr/>
      </dsp:nvSpPr>
      <dsp:spPr>
        <a:xfrm>
          <a:off x="0" y="5458374"/>
          <a:ext cx="3972874" cy="1091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Si nota un </a:t>
          </a:r>
          <a:r>
            <a:rPr lang="en-US" sz="1600" kern="1200" dirty="0" err="1"/>
            <a:t>miglioramento</a:t>
          </a:r>
          <a:r>
            <a:rPr lang="en-US" sz="1600" kern="1200" dirty="0"/>
            <a:t> dal 77 al 78:</a:t>
          </a:r>
          <a:br>
            <a:rPr lang="en-US" sz="1600" kern="1200" dirty="0"/>
          </a:br>
          <a:r>
            <a:rPr lang="en-US" sz="1600" kern="1200" dirty="0" err="1"/>
            <a:t>diminuiscono</a:t>
          </a:r>
          <a:r>
            <a:rPr lang="en-US" sz="1600" kern="1200" dirty="0"/>
            <a:t> le auto </a:t>
          </a:r>
          <a:r>
            <a:rPr lang="en-US" sz="1600" kern="1200" dirty="0" err="1"/>
            <a:t>nei</a:t>
          </a:r>
          <a:r>
            <a:rPr lang="en-US" sz="1600" kern="1200" dirty="0"/>
            <a:t> </a:t>
          </a:r>
          <a:r>
            <a:rPr lang="en-US" sz="1600" kern="1200" dirty="0" err="1"/>
            <a:t>livelli</a:t>
          </a:r>
          <a:r>
            <a:rPr lang="en-US" sz="1600" kern="1200" dirty="0"/>
            <a:t> 1 e 2 ed </a:t>
          </a:r>
          <a:r>
            <a:rPr lang="en-US" sz="1600" kern="1200" dirty="0" err="1"/>
            <a:t>aumentano</a:t>
          </a:r>
          <a:r>
            <a:rPr lang="en-US" sz="1600" kern="1200" dirty="0"/>
            <a:t> </a:t>
          </a:r>
          <a:r>
            <a:rPr lang="en-US" sz="1600" kern="1200" dirty="0" err="1"/>
            <a:t>nel</a:t>
          </a:r>
          <a:r>
            <a:rPr lang="en-US" sz="1600" kern="1200" dirty="0"/>
            <a:t> 5; </a:t>
          </a:r>
          <a:r>
            <a:rPr lang="en-US" sz="1600" kern="1200" dirty="0" err="1"/>
            <a:t>diminuizione</a:t>
          </a:r>
          <a:r>
            <a:rPr lang="en-US" sz="1600" kern="1200" dirty="0"/>
            <a:t> </a:t>
          </a:r>
          <a:r>
            <a:rPr lang="en-US" sz="1600" kern="1200" dirty="0" err="1"/>
            <a:t>anche</a:t>
          </a:r>
          <a:r>
            <a:rPr lang="en-US" sz="1600" kern="1200" dirty="0"/>
            <a:t> di missing</a:t>
          </a:r>
        </a:p>
      </dsp:txBody>
      <dsp:txXfrm>
        <a:off x="0" y="5458374"/>
        <a:ext cx="3972874" cy="10910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8A08F-ABDF-4345-9180-02F6500A58D9}">
      <dsp:nvSpPr>
        <dsp:cNvPr id="0" name=""/>
        <dsp:cNvSpPr/>
      </dsp:nvSpPr>
      <dsp:spPr>
        <a:xfrm>
          <a:off x="0" y="0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E89A4F-260D-48A5-87F1-59BBB617FE12}">
      <dsp:nvSpPr>
        <dsp:cNvPr id="0" name=""/>
        <dsp:cNvSpPr/>
      </dsp:nvSpPr>
      <dsp:spPr>
        <a:xfrm>
          <a:off x="0" y="0"/>
          <a:ext cx="12192000" cy="37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Le auto di </a:t>
          </a:r>
          <a:r>
            <a:rPr lang="en-US" sz="1600" kern="1200" dirty="0" err="1"/>
            <a:t>origine</a:t>
          </a:r>
          <a:r>
            <a:rPr lang="en-US" sz="1600" kern="1200" dirty="0"/>
            <a:t> J </a:t>
          </a:r>
          <a:r>
            <a:rPr lang="en-US" sz="1600" kern="1200" dirty="0" err="1"/>
            <a:t>hanno</a:t>
          </a:r>
          <a:r>
            <a:rPr lang="en-US" sz="1600" kern="1200" dirty="0"/>
            <a:t> </a:t>
          </a:r>
          <a:r>
            <a:rPr lang="en-US" sz="1600" kern="1200" dirty="0" err="1"/>
            <a:t>valori</a:t>
          </a:r>
          <a:r>
            <a:rPr lang="en-US" sz="1600" kern="1200" dirty="0"/>
            <a:t> </a:t>
          </a:r>
          <a:r>
            <a:rPr lang="en-US" sz="1600" kern="1200" dirty="0" err="1"/>
            <a:t>migliori</a:t>
          </a:r>
          <a:r>
            <a:rPr lang="en-US" sz="1600" kern="1200" dirty="0"/>
            <a:t> </a:t>
          </a:r>
          <a:r>
            <a:rPr lang="en-US" sz="1600" kern="1200" dirty="0" err="1"/>
            <a:t>delle</a:t>
          </a:r>
          <a:r>
            <a:rPr lang="en-US" sz="1600" kern="1200" dirty="0"/>
            <a:t> </a:t>
          </a:r>
          <a:r>
            <a:rPr lang="en-US" sz="1600" kern="1200" dirty="0" err="1"/>
            <a:t>altre</a:t>
          </a:r>
          <a:endParaRPr lang="en-US" sz="1600" kern="1200" dirty="0"/>
        </a:p>
      </dsp:txBody>
      <dsp:txXfrm>
        <a:off x="0" y="0"/>
        <a:ext cx="12192000" cy="375824"/>
      </dsp:txXfrm>
    </dsp:sp>
    <dsp:sp modelId="{F30E16CE-FE8C-4510-9117-672AEA035C78}">
      <dsp:nvSpPr>
        <dsp:cNvPr id="0" name=""/>
        <dsp:cNvSpPr/>
      </dsp:nvSpPr>
      <dsp:spPr>
        <a:xfrm>
          <a:off x="0" y="375824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A4F25-01F3-4BD3-A64B-81C0C8DE07C1}">
      <dsp:nvSpPr>
        <dsp:cNvPr id="0" name=""/>
        <dsp:cNvSpPr/>
      </dsp:nvSpPr>
      <dsp:spPr>
        <a:xfrm>
          <a:off x="0" y="375824"/>
          <a:ext cx="12192000" cy="37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Le auto di origine A hanno valori per lo più centrali, si nota una distribuzione quasi simmetrica nel 78</a:t>
          </a:r>
        </a:p>
      </dsp:txBody>
      <dsp:txXfrm>
        <a:off x="0" y="375824"/>
        <a:ext cx="12192000" cy="375824"/>
      </dsp:txXfrm>
    </dsp:sp>
    <dsp:sp modelId="{C92C1913-AED5-4C0A-9343-1CC5B5EFFA23}">
      <dsp:nvSpPr>
        <dsp:cNvPr id="0" name=""/>
        <dsp:cNvSpPr/>
      </dsp:nvSpPr>
      <dsp:spPr>
        <a:xfrm>
          <a:off x="0" y="751649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BD3806-41F4-484F-8CEF-7EDC50E6A0F6}">
      <dsp:nvSpPr>
        <dsp:cNvPr id="0" name=""/>
        <dsp:cNvSpPr/>
      </dsp:nvSpPr>
      <dsp:spPr>
        <a:xfrm>
          <a:off x="0" y="751649"/>
          <a:ext cx="12192000" cy="37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Le auto di </a:t>
          </a:r>
          <a:r>
            <a:rPr lang="en-US" sz="1600" kern="1200" dirty="0" err="1"/>
            <a:t>origine</a:t>
          </a:r>
          <a:r>
            <a:rPr lang="en-US" sz="1600" kern="1200" dirty="0"/>
            <a:t> E </a:t>
          </a:r>
          <a:r>
            <a:rPr lang="en-US" sz="1600" kern="1200" dirty="0" err="1"/>
            <a:t>hanno</a:t>
          </a:r>
          <a:r>
            <a:rPr lang="en-US" sz="1600" kern="1200" dirty="0"/>
            <a:t> </a:t>
          </a:r>
          <a:r>
            <a:rPr lang="en-US" sz="1600" kern="1200" dirty="0" err="1"/>
            <a:t>nel</a:t>
          </a:r>
          <a:r>
            <a:rPr lang="en-US" sz="1600" kern="1200" dirty="0"/>
            <a:t> 77 </a:t>
          </a:r>
          <a:r>
            <a:rPr lang="en-US" sz="1600" kern="1200" dirty="0" err="1"/>
            <a:t>valori</a:t>
          </a:r>
          <a:r>
            <a:rPr lang="en-US" sz="1600" kern="1200" dirty="0"/>
            <a:t> </a:t>
          </a:r>
          <a:r>
            <a:rPr lang="en-US" sz="1600" kern="1200" dirty="0" err="1"/>
            <a:t>centrali</a:t>
          </a:r>
          <a:r>
            <a:rPr lang="en-US" sz="1600" kern="1200" dirty="0"/>
            <a:t>, </a:t>
          </a:r>
          <a:r>
            <a:rPr lang="en-US" sz="1600" kern="1200" dirty="0" err="1"/>
            <a:t>si</a:t>
          </a:r>
          <a:r>
            <a:rPr lang="en-US" sz="1600" kern="1200" dirty="0"/>
            <a:t> </a:t>
          </a:r>
          <a:r>
            <a:rPr lang="en-US" sz="1600" kern="1200" dirty="0" err="1"/>
            <a:t>riscontra</a:t>
          </a:r>
          <a:r>
            <a:rPr lang="en-US" sz="1600" kern="1200" dirty="0"/>
            <a:t> un </a:t>
          </a:r>
          <a:r>
            <a:rPr lang="en-US" sz="1600" kern="1200" dirty="0" err="1"/>
            <a:t>miglioramento</a:t>
          </a:r>
          <a:r>
            <a:rPr lang="en-US" sz="1600" kern="1200" dirty="0"/>
            <a:t> per il 78</a:t>
          </a:r>
        </a:p>
      </dsp:txBody>
      <dsp:txXfrm>
        <a:off x="0" y="751649"/>
        <a:ext cx="12192000" cy="375824"/>
      </dsp:txXfrm>
    </dsp:sp>
    <dsp:sp modelId="{38E33462-2042-47F9-A364-72607B45A3D9}">
      <dsp:nvSpPr>
        <dsp:cNvPr id="0" name=""/>
        <dsp:cNvSpPr/>
      </dsp:nvSpPr>
      <dsp:spPr>
        <a:xfrm>
          <a:off x="0" y="1127474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CA0B5-603C-47AF-9F74-18858C9C5DA5}">
      <dsp:nvSpPr>
        <dsp:cNvPr id="0" name=""/>
        <dsp:cNvSpPr/>
      </dsp:nvSpPr>
      <dsp:spPr>
        <a:xfrm>
          <a:off x="0" y="1127474"/>
          <a:ext cx="12192000" cy="37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C’è un peggioramento dal 77 al 78 solo per le auto di origine A</a:t>
          </a:r>
        </a:p>
      </dsp:txBody>
      <dsp:txXfrm>
        <a:off x="0" y="1127474"/>
        <a:ext cx="12192000" cy="3758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5619F8-A4D5-443D-9CCA-68503D7B0093}">
      <dsp:nvSpPr>
        <dsp:cNvPr id="0" name=""/>
        <dsp:cNvSpPr/>
      </dsp:nvSpPr>
      <dsp:spPr>
        <a:xfrm>
          <a:off x="0" y="942"/>
          <a:ext cx="1027881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CF082A1-7185-432D-ABE7-6AA524C71C20}">
      <dsp:nvSpPr>
        <dsp:cNvPr id="0" name=""/>
        <dsp:cNvSpPr/>
      </dsp:nvSpPr>
      <dsp:spPr>
        <a:xfrm>
          <a:off x="0" y="942"/>
          <a:ext cx="10278813" cy="6428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Le auto di </a:t>
          </a:r>
          <a:r>
            <a:rPr lang="en-US" sz="1800" kern="1200" dirty="0" err="1"/>
            <a:t>origine</a:t>
          </a:r>
          <a:r>
            <a:rPr lang="en-US" sz="1800" kern="1200" dirty="0"/>
            <a:t> A </a:t>
          </a:r>
          <a:r>
            <a:rPr lang="en-US" sz="1800" kern="1200" dirty="0" err="1"/>
            <a:t>assumono</a:t>
          </a:r>
          <a:r>
            <a:rPr lang="en-US" sz="1800" kern="1200" dirty="0"/>
            <a:t> </a:t>
          </a:r>
          <a:r>
            <a:rPr lang="en-US" sz="1800" kern="1200" dirty="0" err="1"/>
            <a:t>valori</a:t>
          </a:r>
          <a:r>
            <a:rPr lang="en-US" sz="1800" kern="1200" dirty="0"/>
            <a:t> </a:t>
          </a:r>
          <a:r>
            <a:rPr lang="en-US" sz="1800" kern="1200" dirty="0" err="1"/>
            <a:t>centrali</a:t>
          </a:r>
          <a:r>
            <a:rPr lang="en-US" sz="1800" kern="1200" dirty="0"/>
            <a:t> (</a:t>
          </a:r>
          <a:r>
            <a:rPr lang="en-US" sz="1800" kern="1200" dirty="0" err="1"/>
            <a:t>maggioranza</a:t>
          </a:r>
          <a:r>
            <a:rPr lang="en-US" sz="1800" kern="1200" dirty="0"/>
            <a:t> di 3);</a:t>
          </a:r>
          <a:br>
            <a:rPr lang="en-US" sz="1800" kern="1200" dirty="0"/>
          </a:br>
          <a:r>
            <a:rPr lang="en-US" sz="1800" kern="1200" dirty="0" err="1"/>
            <a:t>costituiscono</a:t>
          </a:r>
          <a:r>
            <a:rPr lang="en-US" sz="1800" kern="1200" dirty="0"/>
            <a:t> la </a:t>
          </a:r>
          <a:r>
            <a:rPr lang="en-US" sz="1800" kern="1200" dirty="0" err="1"/>
            <a:t>maggior</a:t>
          </a:r>
          <a:r>
            <a:rPr lang="en-US" sz="1800" kern="1200" dirty="0"/>
            <a:t> </a:t>
          </a:r>
          <a:r>
            <a:rPr lang="en-US" sz="1800" kern="1200" dirty="0" err="1"/>
            <a:t>parte</a:t>
          </a:r>
          <a:r>
            <a:rPr lang="en-US" sz="1800" kern="1200" dirty="0"/>
            <a:t> </a:t>
          </a:r>
          <a:r>
            <a:rPr lang="en-US" sz="1800" kern="1200" dirty="0" err="1"/>
            <a:t>delle</a:t>
          </a:r>
          <a:r>
            <a:rPr lang="en-US" sz="1800" kern="1200" dirty="0"/>
            <a:t> </a:t>
          </a:r>
          <a:r>
            <a:rPr lang="en-US" sz="1800" kern="1200" dirty="0" err="1"/>
            <a:t>osservazioni</a:t>
          </a:r>
          <a:r>
            <a:rPr lang="en-US" sz="1800" kern="1200" dirty="0"/>
            <a:t> di </a:t>
          </a:r>
          <a:r>
            <a:rPr lang="en-US" sz="1800" kern="1200" dirty="0" err="1"/>
            <a:t>livello</a:t>
          </a:r>
          <a:r>
            <a:rPr lang="en-US" sz="1800" kern="1200" dirty="0"/>
            <a:t> 2</a:t>
          </a:r>
        </a:p>
      </dsp:txBody>
      <dsp:txXfrm>
        <a:off x="0" y="942"/>
        <a:ext cx="10278813" cy="642846"/>
      </dsp:txXfrm>
    </dsp:sp>
    <dsp:sp modelId="{DDF096F9-CEA3-419E-AC18-404B205C8CF7}">
      <dsp:nvSpPr>
        <dsp:cNvPr id="0" name=""/>
        <dsp:cNvSpPr/>
      </dsp:nvSpPr>
      <dsp:spPr>
        <a:xfrm>
          <a:off x="0" y="643788"/>
          <a:ext cx="1027881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FDAE7B-6634-4AD7-9BC1-8965FB53422C}">
      <dsp:nvSpPr>
        <dsp:cNvPr id="0" name=""/>
        <dsp:cNvSpPr/>
      </dsp:nvSpPr>
      <dsp:spPr>
        <a:xfrm>
          <a:off x="0" y="643788"/>
          <a:ext cx="10278813" cy="6428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Più</a:t>
          </a:r>
          <a:r>
            <a:rPr lang="en-US" sz="1800" kern="1200" dirty="0"/>
            <a:t> </a:t>
          </a:r>
          <a:r>
            <a:rPr lang="en-US" sz="1800" kern="1200" dirty="0" err="1"/>
            <a:t>della</a:t>
          </a:r>
          <a:r>
            <a:rPr lang="en-US" sz="1800" kern="1200" dirty="0"/>
            <a:t> </a:t>
          </a:r>
          <a:r>
            <a:rPr lang="en-US" sz="1800" kern="1200" dirty="0" err="1"/>
            <a:t>metà</a:t>
          </a:r>
          <a:r>
            <a:rPr lang="en-US" sz="1800" kern="1200" dirty="0"/>
            <a:t> </a:t>
          </a:r>
          <a:r>
            <a:rPr lang="en-US" sz="1800" kern="1200" dirty="0" err="1"/>
            <a:t>delle</a:t>
          </a:r>
          <a:r>
            <a:rPr lang="en-US" sz="1800" kern="1200" dirty="0"/>
            <a:t> auto di </a:t>
          </a:r>
          <a:r>
            <a:rPr lang="en-US" sz="1800" kern="1200" dirty="0" err="1"/>
            <a:t>origine</a:t>
          </a:r>
          <a:r>
            <a:rPr lang="en-US" sz="1800" kern="1200" dirty="0"/>
            <a:t> E </a:t>
          </a:r>
          <a:r>
            <a:rPr lang="en-US" sz="1800" kern="1200" dirty="0" err="1"/>
            <a:t>hanno</a:t>
          </a:r>
          <a:r>
            <a:rPr lang="en-US" sz="1800" kern="1200" dirty="0"/>
            <a:t> </a:t>
          </a:r>
          <a:r>
            <a:rPr lang="en-US" sz="1800" kern="1200" dirty="0" err="1"/>
            <a:t>livello</a:t>
          </a:r>
          <a:r>
            <a:rPr lang="en-US" sz="1800" kern="1200" dirty="0"/>
            <a:t> 3</a:t>
          </a:r>
        </a:p>
      </dsp:txBody>
      <dsp:txXfrm>
        <a:off x="0" y="643788"/>
        <a:ext cx="10278813" cy="642846"/>
      </dsp:txXfrm>
    </dsp:sp>
    <dsp:sp modelId="{0C4B85B0-7A5E-436E-BAAD-08E7CBA8146D}">
      <dsp:nvSpPr>
        <dsp:cNvPr id="0" name=""/>
        <dsp:cNvSpPr/>
      </dsp:nvSpPr>
      <dsp:spPr>
        <a:xfrm>
          <a:off x="0" y="1286635"/>
          <a:ext cx="1027881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A0B9F4-252E-4743-B716-95DED56E2EE8}">
      <dsp:nvSpPr>
        <dsp:cNvPr id="0" name=""/>
        <dsp:cNvSpPr/>
      </dsp:nvSpPr>
      <dsp:spPr>
        <a:xfrm>
          <a:off x="0" y="1286635"/>
          <a:ext cx="10278813" cy="6428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Le osservazioni con origine J sono tutte di livello 4 o 5 per eccezione di un’unità;</a:t>
          </a:r>
          <a:br>
            <a:rPr lang="en-US" sz="1800" kern="1200"/>
          </a:br>
          <a:r>
            <a:rPr lang="en-US" sz="1800" kern="1200"/>
            <a:t>sono la totalità delle auto con valore 5</a:t>
          </a:r>
        </a:p>
      </dsp:txBody>
      <dsp:txXfrm>
        <a:off x="0" y="1286635"/>
        <a:ext cx="10278813" cy="6428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CE5A4-BAE6-4EFE-A361-71FB9F7DCD65}">
      <dsp:nvSpPr>
        <dsp:cNvPr id="0" name=""/>
        <dsp:cNvSpPr/>
      </dsp:nvSpPr>
      <dsp:spPr>
        <a:xfrm>
          <a:off x="0" y="265"/>
          <a:ext cx="9848337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F4441D-1CEA-402E-955A-8C4E05C354FD}">
      <dsp:nvSpPr>
        <dsp:cNvPr id="0" name=""/>
        <dsp:cNvSpPr/>
      </dsp:nvSpPr>
      <dsp:spPr>
        <a:xfrm>
          <a:off x="0" y="265"/>
          <a:ext cx="9838719" cy="696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Le auto di </a:t>
          </a:r>
          <a:r>
            <a:rPr lang="en-US" sz="1800" kern="1200" dirty="0" err="1"/>
            <a:t>livello</a:t>
          </a:r>
          <a:r>
            <a:rPr lang="en-US" sz="1800" kern="1200" dirty="0"/>
            <a:t> 1 e 2 </a:t>
          </a:r>
          <a:r>
            <a:rPr lang="en-US" sz="1800" kern="1200" dirty="0" err="1"/>
            <a:t>sono</a:t>
          </a:r>
          <a:r>
            <a:rPr lang="en-US" sz="1800" kern="1200" dirty="0"/>
            <a:t> </a:t>
          </a:r>
          <a:r>
            <a:rPr lang="en-US" sz="1800" kern="1200" dirty="0" err="1"/>
            <a:t>tutte</a:t>
          </a:r>
          <a:r>
            <a:rPr lang="en-US" sz="1800" kern="1200" dirty="0"/>
            <a:t> di </a:t>
          </a:r>
          <a:r>
            <a:rPr lang="en-US" sz="1800" kern="1200" dirty="0" err="1"/>
            <a:t>origine</a:t>
          </a:r>
          <a:r>
            <a:rPr lang="en-US" sz="1800" kern="1200" dirty="0"/>
            <a:t> A;</a:t>
          </a:r>
          <a:br>
            <a:rPr lang="en-US" sz="1800" kern="1200" dirty="0"/>
          </a:br>
          <a:r>
            <a:rPr lang="en-US" sz="1800" kern="1200" dirty="0" err="1"/>
            <a:t>più</a:t>
          </a:r>
          <a:r>
            <a:rPr lang="en-US" sz="1800" kern="1200" dirty="0"/>
            <a:t> </a:t>
          </a:r>
          <a:r>
            <a:rPr lang="en-US" sz="1800" kern="1200" dirty="0" err="1"/>
            <a:t>della</a:t>
          </a:r>
          <a:r>
            <a:rPr lang="en-US" sz="1800" kern="1200" dirty="0"/>
            <a:t> </a:t>
          </a:r>
          <a:r>
            <a:rPr lang="en-US" sz="1800" kern="1200" dirty="0" err="1"/>
            <a:t>metà</a:t>
          </a:r>
          <a:r>
            <a:rPr lang="en-US" sz="1800" kern="1200" dirty="0"/>
            <a:t> </a:t>
          </a:r>
          <a:r>
            <a:rPr lang="en-US" sz="1800" kern="1200" dirty="0" err="1"/>
            <a:t>hanno</a:t>
          </a:r>
          <a:r>
            <a:rPr lang="en-US" sz="1800" kern="1200" dirty="0"/>
            <a:t> </a:t>
          </a:r>
          <a:r>
            <a:rPr lang="en-US" sz="1800" kern="1200" dirty="0" err="1"/>
            <a:t>valore</a:t>
          </a:r>
          <a:r>
            <a:rPr lang="en-US" sz="1800" kern="1200" dirty="0"/>
            <a:t> 3</a:t>
          </a:r>
        </a:p>
      </dsp:txBody>
      <dsp:txXfrm>
        <a:off x="0" y="265"/>
        <a:ext cx="9838719" cy="696282"/>
      </dsp:txXfrm>
    </dsp:sp>
    <dsp:sp modelId="{D5F0D137-A545-49A5-B5AB-A70AAC9701BF}">
      <dsp:nvSpPr>
        <dsp:cNvPr id="0" name=""/>
        <dsp:cNvSpPr/>
      </dsp:nvSpPr>
      <dsp:spPr>
        <a:xfrm>
          <a:off x="0" y="696547"/>
          <a:ext cx="9848337" cy="0"/>
        </a:xfrm>
        <a:prstGeom prst="line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B96E7D-3E3C-4C56-BFD0-000164840A6F}">
      <dsp:nvSpPr>
        <dsp:cNvPr id="0" name=""/>
        <dsp:cNvSpPr/>
      </dsp:nvSpPr>
      <dsp:spPr>
        <a:xfrm>
          <a:off x="0" y="696547"/>
          <a:ext cx="9838719" cy="861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Le auto di </a:t>
          </a:r>
          <a:r>
            <a:rPr lang="en-US" sz="1800" kern="1200" dirty="0" err="1"/>
            <a:t>origine</a:t>
          </a:r>
          <a:r>
            <a:rPr lang="en-US" sz="1800" kern="1200" dirty="0"/>
            <a:t> E </a:t>
          </a:r>
          <a:r>
            <a:rPr lang="en-US" sz="1800" kern="1200" dirty="0" err="1"/>
            <a:t>hanno</a:t>
          </a:r>
          <a:r>
            <a:rPr lang="en-US" sz="1800" kern="1200" dirty="0"/>
            <a:t> </a:t>
          </a:r>
          <a:r>
            <a:rPr lang="en-US" sz="1800" kern="1200" dirty="0" err="1"/>
            <a:t>tutte</a:t>
          </a:r>
          <a:r>
            <a:rPr lang="en-US" sz="1800" kern="1200" dirty="0"/>
            <a:t> </a:t>
          </a:r>
          <a:r>
            <a:rPr lang="en-US" sz="1800" kern="1200" dirty="0" err="1"/>
            <a:t>valore</a:t>
          </a:r>
          <a:r>
            <a:rPr lang="en-US" sz="1800" kern="1200" dirty="0"/>
            <a:t> </a:t>
          </a:r>
          <a:r>
            <a:rPr lang="en-US" sz="1800" kern="1200" dirty="0" err="1"/>
            <a:t>superiore</a:t>
          </a:r>
          <a:r>
            <a:rPr lang="en-US" sz="1800" kern="1200" dirty="0"/>
            <a:t> o </a:t>
          </a:r>
          <a:r>
            <a:rPr lang="en-US" sz="1800" kern="1200" dirty="0" err="1"/>
            <a:t>uguale</a:t>
          </a:r>
          <a:r>
            <a:rPr lang="en-US" sz="1800" kern="1200" dirty="0"/>
            <a:t> a 3;</a:t>
          </a:r>
          <a:br>
            <a:rPr lang="en-US" sz="1800" kern="1200" dirty="0"/>
          </a:br>
          <a:r>
            <a:rPr lang="en-US" sz="1800" kern="1200" dirty="0" err="1"/>
            <a:t>più</a:t>
          </a:r>
          <a:r>
            <a:rPr lang="en-US" sz="1800" kern="1200" dirty="0"/>
            <a:t> del 9% ha </a:t>
          </a:r>
          <a:r>
            <a:rPr lang="en-US" sz="1800" kern="1200" dirty="0" err="1"/>
            <a:t>valore</a:t>
          </a:r>
          <a:r>
            <a:rPr lang="en-US" sz="1800" kern="1200" dirty="0"/>
            <a:t> </a:t>
          </a:r>
          <a:r>
            <a:rPr lang="en-US" sz="1800" kern="1200" dirty="0" err="1"/>
            <a:t>mancante</a:t>
          </a:r>
          <a:r>
            <a:rPr lang="en-US" sz="1800" kern="1200" dirty="0"/>
            <a:t>;</a:t>
          </a:r>
          <a:br>
            <a:rPr lang="en-US" sz="1800" kern="1200" dirty="0"/>
          </a:br>
          <a:r>
            <a:rPr lang="en-US" sz="1800" kern="1200" dirty="0" err="1"/>
            <a:t>si</a:t>
          </a:r>
          <a:r>
            <a:rPr lang="en-US" sz="1800" kern="1200" dirty="0"/>
            <a:t> ha una </a:t>
          </a:r>
          <a:r>
            <a:rPr lang="en-US" sz="1800" kern="1200" dirty="0" err="1"/>
            <a:t>prevalenza</a:t>
          </a:r>
          <a:r>
            <a:rPr lang="en-US" sz="1800" kern="1200" dirty="0"/>
            <a:t> di </a:t>
          </a:r>
          <a:r>
            <a:rPr lang="en-US" sz="1800" kern="1200" dirty="0" err="1"/>
            <a:t>livello</a:t>
          </a:r>
          <a:r>
            <a:rPr lang="en-US" sz="1800" kern="1200" dirty="0"/>
            <a:t> 4</a:t>
          </a:r>
        </a:p>
      </dsp:txBody>
      <dsp:txXfrm>
        <a:off x="0" y="696547"/>
        <a:ext cx="9838719" cy="861100"/>
      </dsp:txXfrm>
    </dsp:sp>
    <dsp:sp modelId="{A8B8BDBC-2D20-40E0-83DE-E6E984D327E7}">
      <dsp:nvSpPr>
        <dsp:cNvPr id="0" name=""/>
        <dsp:cNvSpPr/>
      </dsp:nvSpPr>
      <dsp:spPr>
        <a:xfrm>
          <a:off x="0" y="1557647"/>
          <a:ext cx="9848337" cy="0"/>
        </a:xfrm>
        <a:prstGeom prst="line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3F9B59-747B-447B-B62D-1A3353F9070E}">
      <dsp:nvSpPr>
        <dsp:cNvPr id="0" name=""/>
        <dsp:cNvSpPr/>
      </dsp:nvSpPr>
      <dsp:spPr>
        <a:xfrm>
          <a:off x="0" y="1557647"/>
          <a:ext cx="9848337" cy="587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Più</a:t>
          </a:r>
          <a:r>
            <a:rPr lang="en-US" sz="1800" kern="1200" dirty="0"/>
            <a:t> </a:t>
          </a:r>
          <a:r>
            <a:rPr lang="en-US" sz="1800" kern="1200" dirty="0" err="1"/>
            <a:t>della</a:t>
          </a:r>
          <a:r>
            <a:rPr lang="en-US" sz="1800" kern="1200" dirty="0"/>
            <a:t> </a:t>
          </a:r>
          <a:r>
            <a:rPr lang="en-US" sz="1800" kern="1200" dirty="0" err="1"/>
            <a:t>metà</a:t>
          </a:r>
          <a:r>
            <a:rPr lang="en-US" sz="1800" kern="1200" dirty="0"/>
            <a:t> </a:t>
          </a:r>
          <a:r>
            <a:rPr lang="en-US" sz="1800" kern="1200" dirty="0" err="1"/>
            <a:t>della</a:t>
          </a:r>
          <a:r>
            <a:rPr lang="en-US" sz="1800" kern="1200" dirty="0"/>
            <a:t> auto di </a:t>
          </a:r>
          <a:r>
            <a:rPr lang="en-US" sz="1800" kern="1200" dirty="0" err="1"/>
            <a:t>livello</a:t>
          </a:r>
          <a:r>
            <a:rPr lang="en-US" sz="1800" kern="1200" dirty="0"/>
            <a:t> 5 </a:t>
          </a:r>
          <a:r>
            <a:rPr lang="en-US" sz="1800" kern="1200" dirty="0" err="1"/>
            <a:t>sono</a:t>
          </a:r>
          <a:r>
            <a:rPr lang="en-US" sz="1800" kern="1200" dirty="0"/>
            <a:t> di </a:t>
          </a:r>
          <a:r>
            <a:rPr lang="en-US" sz="1800" kern="1200" dirty="0" err="1"/>
            <a:t>origine</a:t>
          </a:r>
          <a:r>
            <a:rPr lang="en-US" sz="1800" kern="1200" dirty="0"/>
            <a:t> J;</a:t>
          </a:r>
          <a:br>
            <a:rPr lang="en-US" sz="1800" kern="1200" dirty="0"/>
          </a:br>
          <a:r>
            <a:rPr lang="en-US" sz="1800" kern="1200" dirty="0" err="1"/>
            <a:t>più</a:t>
          </a:r>
          <a:r>
            <a:rPr lang="en-US" sz="1800" kern="1200" dirty="0"/>
            <a:t> </a:t>
          </a:r>
          <a:r>
            <a:rPr lang="en-US" sz="1800" kern="1200" dirty="0" err="1"/>
            <a:t>della</a:t>
          </a:r>
          <a:r>
            <a:rPr lang="en-US" sz="1800" kern="1200" dirty="0"/>
            <a:t> </a:t>
          </a:r>
          <a:r>
            <a:rPr lang="en-US" sz="1800" kern="1200" dirty="0" err="1"/>
            <a:t>metà</a:t>
          </a:r>
          <a:r>
            <a:rPr lang="en-US" sz="1800" kern="1200" dirty="0"/>
            <a:t> </a:t>
          </a:r>
          <a:r>
            <a:rPr lang="en-US" sz="1800" kern="1200" dirty="0" err="1"/>
            <a:t>delle</a:t>
          </a:r>
          <a:r>
            <a:rPr lang="en-US" sz="1800" kern="1200" dirty="0"/>
            <a:t> auto di </a:t>
          </a:r>
          <a:r>
            <a:rPr lang="en-US" sz="1800" kern="1200" dirty="0" err="1"/>
            <a:t>origine</a:t>
          </a:r>
          <a:r>
            <a:rPr lang="en-US" sz="1800" kern="1200" dirty="0"/>
            <a:t> J </a:t>
          </a:r>
          <a:r>
            <a:rPr lang="en-US" sz="1800" kern="1200" dirty="0" err="1"/>
            <a:t>sono</a:t>
          </a:r>
          <a:r>
            <a:rPr lang="en-US" sz="1800" kern="1200" dirty="0"/>
            <a:t> di </a:t>
          </a:r>
          <a:r>
            <a:rPr lang="en-US" sz="1800" kern="1200" dirty="0" err="1"/>
            <a:t>livello</a:t>
          </a:r>
          <a:r>
            <a:rPr lang="en-US" sz="1800" kern="1200" dirty="0"/>
            <a:t> 5</a:t>
          </a:r>
        </a:p>
      </dsp:txBody>
      <dsp:txXfrm>
        <a:off x="0" y="1557647"/>
        <a:ext cx="9848337" cy="58775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015240-2DD7-4559-B1EC-A0851B9A758D}">
      <dsp:nvSpPr>
        <dsp:cNvPr id="0" name=""/>
        <dsp:cNvSpPr/>
      </dsp:nvSpPr>
      <dsp:spPr>
        <a:xfrm>
          <a:off x="0" y="0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7BF68-52EC-48C4-9A18-FB0709A0B305}">
      <dsp:nvSpPr>
        <dsp:cNvPr id="0" name=""/>
        <dsp:cNvSpPr/>
      </dsp:nvSpPr>
      <dsp:spPr>
        <a:xfrm>
          <a:off x="0" y="0"/>
          <a:ext cx="12192000" cy="447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I </a:t>
          </a:r>
          <a:r>
            <a:rPr lang="it-IT" sz="1800" kern="1200" dirty="0" err="1"/>
            <a:t>boxplot</a:t>
          </a:r>
          <a:r>
            <a:rPr lang="it-IT" sz="1800" kern="1200" dirty="0"/>
            <a:t> di rep77 e rep78 sono piuttosto simili</a:t>
          </a:r>
          <a:endParaRPr lang="en-US" sz="1800" kern="1200" dirty="0"/>
        </a:p>
      </dsp:txBody>
      <dsp:txXfrm>
        <a:off x="0" y="0"/>
        <a:ext cx="12192000" cy="447568"/>
      </dsp:txXfrm>
    </dsp:sp>
    <dsp:sp modelId="{5191BD88-488C-4220-9523-FEB25E4C1921}">
      <dsp:nvSpPr>
        <dsp:cNvPr id="0" name=""/>
        <dsp:cNvSpPr/>
      </dsp:nvSpPr>
      <dsp:spPr>
        <a:xfrm>
          <a:off x="0" y="447568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76C54C-AA2B-4102-A0E5-0CF0FCCBAFA5}">
      <dsp:nvSpPr>
        <dsp:cNvPr id="0" name=""/>
        <dsp:cNvSpPr/>
      </dsp:nvSpPr>
      <dsp:spPr>
        <a:xfrm>
          <a:off x="0" y="447568"/>
          <a:ext cx="12192000" cy="447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I prezzi più bassi si hanno per le auto di livello 1 e 5 (maggioranza di origine J)</a:t>
          </a:r>
          <a:endParaRPr lang="en-US" sz="1800" kern="1200" dirty="0"/>
        </a:p>
      </dsp:txBody>
      <dsp:txXfrm>
        <a:off x="0" y="447568"/>
        <a:ext cx="12192000" cy="447568"/>
      </dsp:txXfrm>
    </dsp:sp>
    <dsp:sp modelId="{58083A33-C24C-435B-8956-388978E70B13}">
      <dsp:nvSpPr>
        <dsp:cNvPr id="0" name=""/>
        <dsp:cNvSpPr/>
      </dsp:nvSpPr>
      <dsp:spPr>
        <a:xfrm>
          <a:off x="0" y="895137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7B86C-6FEF-48F4-BADA-B1B7EFF11B82}">
      <dsp:nvSpPr>
        <dsp:cNvPr id="0" name=""/>
        <dsp:cNvSpPr/>
      </dsp:nvSpPr>
      <dsp:spPr>
        <a:xfrm>
          <a:off x="0" y="895137"/>
          <a:ext cx="12192000" cy="447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Dispersione</a:t>
          </a:r>
          <a:r>
            <a:rPr lang="en-US" sz="1800" kern="1200" dirty="0"/>
            <a:t> </a:t>
          </a:r>
          <a:r>
            <a:rPr lang="en-US" sz="1800" kern="1200" dirty="0" err="1"/>
            <a:t>elevata</a:t>
          </a:r>
          <a:r>
            <a:rPr lang="en-US" sz="1800" kern="1200" dirty="0"/>
            <a:t> per 4</a:t>
          </a:r>
        </a:p>
      </dsp:txBody>
      <dsp:txXfrm>
        <a:off x="0" y="895137"/>
        <a:ext cx="12192000" cy="447568"/>
      </dsp:txXfrm>
    </dsp:sp>
    <dsp:sp modelId="{E7CF50F6-258A-498A-93B1-3E3623D665FA}">
      <dsp:nvSpPr>
        <dsp:cNvPr id="0" name=""/>
        <dsp:cNvSpPr/>
      </dsp:nvSpPr>
      <dsp:spPr>
        <a:xfrm>
          <a:off x="0" y="1342706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4685C7-CF0D-4922-8BAE-D45C14B27033}">
      <dsp:nvSpPr>
        <dsp:cNvPr id="0" name=""/>
        <dsp:cNvSpPr/>
      </dsp:nvSpPr>
      <dsp:spPr>
        <a:xfrm>
          <a:off x="0" y="1342706"/>
          <a:ext cx="12192000" cy="447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Dispersione elevata dei dati nel livello 3, con numerosi </a:t>
          </a:r>
          <a:r>
            <a:rPr lang="it-IT" sz="1800" kern="1200" dirty="0" err="1"/>
            <a:t>outliers</a:t>
          </a:r>
          <a:r>
            <a:rPr lang="it-IT" sz="1800" kern="1200" dirty="0"/>
            <a:t> verso l’alto</a:t>
          </a:r>
        </a:p>
      </dsp:txBody>
      <dsp:txXfrm>
        <a:off x="0" y="1342706"/>
        <a:ext cx="12192000" cy="4475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23FC81-C8FF-47D5-B6EC-78D2B205D617}">
      <dsp:nvSpPr>
        <dsp:cNvPr id="0" name=""/>
        <dsp:cNvSpPr/>
      </dsp:nvSpPr>
      <dsp:spPr>
        <a:xfrm>
          <a:off x="688" y="318255"/>
          <a:ext cx="2684487" cy="1610692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Per </a:t>
          </a:r>
          <a:r>
            <a:rPr lang="en-US" sz="1900" kern="1200" dirty="0" err="1"/>
            <a:t>i</a:t>
          </a:r>
          <a:r>
            <a:rPr lang="en-US" sz="1900" kern="1200" dirty="0"/>
            <a:t> </a:t>
          </a:r>
          <a:r>
            <a:rPr lang="en-US" sz="1900" kern="1200" dirty="0" err="1"/>
            <a:t>livelli</a:t>
          </a:r>
          <a:r>
            <a:rPr lang="en-US" sz="1900" kern="1200" dirty="0"/>
            <a:t> 1, 2, 3 </a:t>
          </a:r>
          <a:r>
            <a:rPr lang="en-US" sz="1900" kern="1200" dirty="0" err="1"/>
            <a:t>si</a:t>
          </a:r>
          <a:r>
            <a:rPr lang="en-US" sz="1900" kern="1200" dirty="0"/>
            <a:t> </a:t>
          </a:r>
          <a:r>
            <a:rPr lang="en-US" sz="1900" kern="1200" dirty="0" err="1"/>
            <a:t>hanno</a:t>
          </a:r>
          <a:r>
            <a:rPr lang="en-US" sz="1900" kern="1200" dirty="0"/>
            <a:t> </a:t>
          </a:r>
          <a:r>
            <a:rPr lang="en-US" sz="1900" kern="1200" dirty="0" err="1"/>
            <a:t>valori</a:t>
          </a:r>
          <a:r>
            <a:rPr lang="en-US" sz="1900" kern="1200" dirty="0"/>
            <a:t> </a:t>
          </a:r>
          <a:r>
            <a:rPr lang="en-US" sz="1900" kern="1200" dirty="0" err="1"/>
            <a:t>bassi</a:t>
          </a:r>
          <a:r>
            <a:rPr lang="en-US" sz="1900" kern="1200" dirty="0"/>
            <a:t>, con media e </a:t>
          </a:r>
          <a:r>
            <a:rPr lang="en-US" sz="1900" kern="1200" dirty="0" err="1"/>
            <a:t>mediana</a:t>
          </a:r>
          <a:r>
            <a:rPr lang="en-US" sz="1900" kern="1200" dirty="0"/>
            <a:t> </a:t>
          </a:r>
          <a:r>
            <a:rPr lang="en-US" sz="1900" kern="1200" dirty="0" err="1"/>
            <a:t>minori</a:t>
          </a:r>
          <a:r>
            <a:rPr lang="en-US" sz="1900" kern="1200" dirty="0"/>
            <a:t> </a:t>
          </a:r>
          <a:r>
            <a:rPr lang="en-US" sz="1900" kern="1200" dirty="0" err="1"/>
            <a:t>della</a:t>
          </a:r>
          <a:r>
            <a:rPr lang="en-US" sz="1900" kern="1200" dirty="0"/>
            <a:t> media </a:t>
          </a:r>
          <a:r>
            <a:rPr lang="en-US" sz="1900" kern="1200" dirty="0" err="1"/>
            <a:t>totale</a:t>
          </a:r>
          <a:endParaRPr lang="en-US" sz="1900" kern="1200" dirty="0"/>
        </a:p>
      </dsp:txBody>
      <dsp:txXfrm>
        <a:off x="688" y="318255"/>
        <a:ext cx="2684487" cy="1610692"/>
      </dsp:txXfrm>
    </dsp:sp>
    <dsp:sp modelId="{5033ABD1-4952-499F-BCFB-1D09D1832EED}">
      <dsp:nvSpPr>
        <dsp:cNvPr id="0" name=""/>
        <dsp:cNvSpPr/>
      </dsp:nvSpPr>
      <dsp:spPr>
        <a:xfrm>
          <a:off x="2953624" y="318255"/>
          <a:ext cx="2684487" cy="1610692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Alta </a:t>
          </a:r>
          <a:r>
            <a:rPr lang="en-US" sz="1900" kern="1200" dirty="0" err="1"/>
            <a:t>dispersione</a:t>
          </a:r>
          <a:r>
            <a:rPr lang="en-US" sz="1900" kern="1200" dirty="0"/>
            <a:t> </a:t>
          </a:r>
          <a:r>
            <a:rPr lang="en-US" sz="1900" kern="1200" dirty="0" err="1"/>
            <a:t>nel</a:t>
          </a:r>
          <a:r>
            <a:rPr lang="en-US" sz="1900" kern="1200" dirty="0"/>
            <a:t> </a:t>
          </a:r>
          <a:r>
            <a:rPr lang="en-US" sz="1900" kern="1200" dirty="0" err="1"/>
            <a:t>valore</a:t>
          </a:r>
          <a:r>
            <a:rPr lang="en-US" sz="1900" kern="1200" dirty="0"/>
            <a:t> 4, </a:t>
          </a:r>
          <a:r>
            <a:rPr lang="en-US" sz="1900" kern="1200" dirty="0" err="1"/>
            <a:t>anche</a:t>
          </a:r>
          <a:r>
            <a:rPr lang="en-US" sz="1900" kern="1200" dirty="0"/>
            <a:t> se la </a:t>
          </a:r>
          <a:r>
            <a:rPr lang="en-US" sz="1900" kern="1200" dirty="0" err="1"/>
            <a:t>mediana</a:t>
          </a:r>
          <a:r>
            <a:rPr lang="en-US" sz="1900" kern="1200" dirty="0"/>
            <a:t> è sotto la media </a:t>
          </a:r>
          <a:r>
            <a:rPr lang="en-US" sz="1900" kern="1200" dirty="0" err="1"/>
            <a:t>totale</a:t>
          </a:r>
          <a:r>
            <a:rPr lang="en-US" sz="1900" kern="1200" dirty="0"/>
            <a:t> e la media circa coincide con </a:t>
          </a:r>
          <a:r>
            <a:rPr lang="en-US" sz="1900" kern="1200" dirty="0" err="1"/>
            <a:t>quella</a:t>
          </a:r>
          <a:r>
            <a:rPr lang="en-US" sz="1900" kern="1200" dirty="0"/>
            <a:t> </a:t>
          </a:r>
          <a:r>
            <a:rPr lang="en-US" sz="1900" kern="1200" dirty="0" err="1"/>
            <a:t>totale</a:t>
          </a:r>
          <a:endParaRPr lang="en-US" sz="1900" kern="1200" dirty="0"/>
        </a:p>
      </dsp:txBody>
      <dsp:txXfrm>
        <a:off x="2953624" y="318255"/>
        <a:ext cx="2684487" cy="1610692"/>
      </dsp:txXfrm>
    </dsp:sp>
    <dsp:sp modelId="{555E8FFA-436E-4215-8401-F6F2F1E67101}">
      <dsp:nvSpPr>
        <dsp:cNvPr id="0" name=""/>
        <dsp:cNvSpPr/>
      </dsp:nvSpPr>
      <dsp:spPr>
        <a:xfrm>
          <a:off x="1477156" y="2197396"/>
          <a:ext cx="2684487" cy="1610692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Il</a:t>
          </a:r>
          <a:r>
            <a:rPr lang="en-US" sz="1900" kern="1200" baseline="0" dirty="0"/>
            <a:t> </a:t>
          </a:r>
          <a:r>
            <a:rPr lang="en-US" sz="1900" kern="1200" baseline="0" dirty="0" err="1"/>
            <a:t>livello</a:t>
          </a:r>
          <a:r>
            <a:rPr lang="en-US" sz="1900" kern="1200" baseline="0" dirty="0"/>
            <a:t> 5 ha media e </a:t>
          </a:r>
          <a:r>
            <a:rPr lang="en-US" sz="1900" kern="1200" baseline="0" dirty="0" err="1"/>
            <a:t>mediana</a:t>
          </a:r>
          <a:r>
            <a:rPr lang="en-US" sz="1900" kern="1200" baseline="0" dirty="0"/>
            <a:t> </a:t>
          </a:r>
          <a:r>
            <a:rPr lang="en-US" sz="1900" kern="1200" baseline="0" dirty="0" err="1"/>
            <a:t>superiori</a:t>
          </a:r>
          <a:r>
            <a:rPr lang="en-US" sz="1900" kern="1200" baseline="0" dirty="0"/>
            <a:t> </a:t>
          </a:r>
          <a:r>
            <a:rPr lang="en-US" sz="1900" kern="1200" baseline="0" dirty="0" err="1"/>
            <a:t>alla</a:t>
          </a:r>
          <a:r>
            <a:rPr lang="en-US" sz="1900" kern="1200" baseline="0" dirty="0"/>
            <a:t> media </a:t>
          </a:r>
          <a:r>
            <a:rPr lang="en-US" sz="1900" kern="1200" baseline="0" dirty="0" err="1"/>
            <a:t>totale</a:t>
          </a:r>
          <a:r>
            <a:rPr lang="en-US" sz="1900" kern="1200" baseline="0" dirty="0"/>
            <a:t> </a:t>
          </a:r>
          <a:endParaRPr lang="en-US" sz="1900" kern="1200" dirty="0"/>
        </a:p>
      </dsp:txBody>
      <dsp:txXfrm>
        <a:off x="1477156" y="2197396"/>
        <a:ext cx="2684487" cy="161069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CFFC0-2934-457F-8676-600890535DF7}">
      <dsp:nvSpPr>
        <dsp:cNvPr id="0" name=""/>
        <dsp:cNvSpPr/>
      </dsp:nvSpPr>
      <dsp:spPr>
        <a:xfrm>
          <a:off x="710" y="391772"/>
          <a:ext cx="2771617" cy="1662970"/>
        </a:xfrm>
        <a:prstGeom prst="rect">
          <a:avLst/>
        </a:prstGeom>
        <a:solidFill>
          <a:schemeClr val="accent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Il livello 1 ha valori nella media: media e mediana circa coincidono con la media totale</a:t>
          </a:r>
          <a:endParaRPr lang="en-US" sz="1800" kern="1200" dirty="0"/>
        </a:p>
      </dsp:txBody>
      <dsp:txXfrm>
        <a:off x="710" y="391772"/>
        <a:ext cx="2771617" cy="1662970"/>
      </dsp:txXfrm>
    </dsp:sp>
    <dsp:sp modelId="{A8FE9E88-BCBA-476E-9B51-B2F41456EAFA}">
      <dsp:nvSpPr>
        <dsp:cNvPr id="0" name=""/>
        <dsp:cNvSpPr/>
      </dsp:nvSpPr>
      <dsp:spPr>
        <a:xfrm>
          <a:off x="3049489" y="391772"/>
          <a:ext cx="2771617" cy="1662970"/>
        </a:xfrm>
        <a:prstGeom prst="rect">
          <a:avLst/>
        </a:prstGeom>
        <a:solidFill>
          <a:schemeClr val="accent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</a:t>
          </a:r>
          <a:r>
            <a:rPr lang="en-US" sz="1800" kern="1200" baseline="0" dirty="0"/>
            <a:t> </a:t>
          </a:r>
          <a:r>
            <a:rPr lang="en-US" sz="1800" kern="1200" baseline="0" dirty="0" err="1"/>
            <a:t>livelli</a:t>
          </a:r>
          <a:r>
            <a:rPr lang="en-US" sz="1800" kern="1200" baseline="0" dirty="0"/>
            <a:t> 2, 3 </a:t>
          </a:r>
          <a:r>
            <a:rPr lang="en-US" sz="1800" kern="1200" baseline="0" dirty="0" err="1"/>
            <a:t>hanno</a:t>
          </a:r>
          <a:r>
            <a:rPr lang="en-US" sz="1800" kern="1200" baseline="0" dirty="0"/>
            <a:t> le </a:t>
          </a:r>
          <a:r>
            <a:rPr lang="en-US" sz="1800" kern="1200" baseline="0" dirty="0" err="1"/>
            <a:t>unità</a:t>
          </a:r>
          <a:r>
            <a:rPr lang="en-US" sz="1800" kern="1200" baseline="0" dirty="0"/>
            <a:t> </a:t>
          </a:r>
          <a:r>
            <a:rPr lang="en-US" sz="1800" kern="1200" baseline="0" dirty="0" err="1"/>
            <a:t>contenute</a:t>
          </a:r>
          <a:r>
            <a:rPr lang="en-US" sz="1800" kern="1200" baseline="0" dirty="0"/>
            <a:t> </a:t>
          </a:r>
          <a:r>
            <a:rPr lang="en-US" sz="1800" kern="1200" baseline="0" dirty="0" err="1"/>
            <a:t>nel</a:t>
          </a:r>
          <a:r>
            <a:rPr lang="en-US" sz="1800" kern="1200" baseline="0" dirty="0"/>
            <a:t> box con mpg circa </a:t>
          </a:r>
          <a:r>
            <a:rPr lang="en-US" sz="1800" kern="1200" baseline="0" dirty="0" err="1"/>
            <a:t>minore</a:t>
          </a:r>
          <a:r>
            <a:rPr lang="en-US" sz="1800" kern="1200" baseline="0" dirty="0"/>
            <a:t> o </a:t>
          </a:r>
          <a:r>
            <a:rPr lang="en-US" sz="1800" kern="1200" baseline="0" dirty="0" err="1"/>
            <a:t>uguale</a:t>
          </a:r>
          <a:r>
            <a:rPr lang="en-US" sz="1800" kern="1200" baseline="0" dirty="0"/>
            <a:t> </a:t>
          </a:r>
          <a:r>
            <a:rPr lang="en-US" sz="1800" kern="1200" baseline="0" dirty="0" err="1"/>
            <a:t>alla</a:t>
          </a:r>
          <a:r>
            <a:rPr lang="en-US" sz="1800" kern="1200" baseline="0" dirty="0"/>
            <a:t> media; per il 3 </a:t>
          </a:r>
          <a:r>
            <a:rPr lang="en-US" sz="1800" kern="1200" baseline="0" dirty="0" err="1"/>
            <a:t>si</a:t>
          </a:r>
          <a:r>
            <a:rPr lang="en-US" sz="1800" kern="1200" baseline="0" dirty="0"/>
            <a:t> ha </a:t>
          </a:r>
          <a:r>
            <a:rPr lang="en-US" sz="1800" kern="1200" baseline="0" dirty="0" err="1"/>
            <a:t>più</a:t>
          </a:r>
          <a:r>
            <a:rPr lang="en-US" sz="1800" kern="1200" baseline="0" dirty="0"/>
            <a:t> </a:t>
          </a:r>
          <a:r>
            <a:rPr lang="en-US" sz="1800" kern="1200" baseline="0" dirty="0" err="1"/>
            <a:t>dispersione</a:t>
          </a:r>
          <a:endParaRPr lang="en-US" sz="1800" kern="1200" dirty="0"/>
        </a:p>
      </dsp:txBody>
      <dsp:txXfrm>
        <a:off x="3049489" y="391772"/>
        <a:ext cx="2771617" cy="1662970"/>
      </dsp:txXfrm>
    </dsp:sp>
    <dsp:sp modelId="{8961D61E-1767-4F6A-A06E-ECDE5C6F8A7B}">
      <dsp:nvSpPr>
        <dsp:cNvPr id="0" name=""/>
        <dsp:cNvSpPr/>
      </dsp:nvSpPr>
      <dsp:spPr>
        <a:xfrm>
          <a:off x="710" y="2331904"/>
          <a:ext cx="2771617" cy="1662970"/>
        </a:xfrm>
        <a:prstGeom prst="rect">
          <a:avLst/>
        </a:prstGeom>
        <a:solidFill>
          <a:schemeClr val="accent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Per il livello 4 si hanno </a:t>
          </a:r>
          <a:r>
            <a:rPr lang="it-IT" sz="1800" kern="1200"/>
            <a:t>valori abbastanza </a:t>
          </a:r>
          <a:r>
            <a:rPr lang="it-IT" sz="1800" kern="1200" dirty="0"/>
            <a:t>dispersivi: media e mediana coincidono circa con la media totale, i baffi sono però piuttosto lunghi</a:t>
          </a:r>
          <a:endParaRPr lang="en-US" sz="1800" kern="1200" dirty="0"/>
        </a:p>
      </dsp:txBody>
      <dsp:txXfrm>
        <a:off x="710" y="2331904"/>
        <a:ext cx="2771617" cy="1662970"/>
      </dsp:txXfrm>
    </dsp:sp>
    <dsp:sp modelId="{B48789B4-2FB0-4FAF-A71B-ECE5AFFCD3F7}">
      <dsp:nvSpPr>
        <dsp:cNvPr id="0" name=""/>
        <dsp:cNvSpPr/>
      </dsp:nvSpPr>
      <dsp:spPr>
        <a:xfrm>
          <a:off x="3049489" y="2331904"/>
          <a:ext cx="2771617" cy="1662970"/>
        </a:xfrm>
        <a:prstGeom prst="rect">
          <a:avLst/>
        </a:prstGeom>
        <a:solidFill>
          <a:schemeClr val="accent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Nel</a:t>
          </a:r>
          <a:r>
            <a:rPr lang="en-US" sz="1800" kern="1200" baseline="0" dirty="0"/>
            <a:t> </a:t>
          </a:r>
          <a:r>
            <a:rPr lang="en-US" sz="1800" kern="1200" baseline="0" dirty="0" err="1"/>
            <a:t>livello</a:t>
          </a:r>
          <a:r>
            <a:rPr lang="en-US" sz="1800" kern="1200" baseline="0" dirty="0"/>
            <a:t> 5 </a:t>
          </a:r>
          <a:r>
            <a:rPr lang="en-US" sz="1800" kern="1200" baseline="0" dirty="0" err="1"/>
            <a:t>si</a:t>
          </a:r>
          <a:r>
            <a:rPr lang="en-US" sz="1800" kern="1200" baseline="0" dirty="0"/>
            <a:t> </a:t>
          </a:r>
          <a:r>
            <a:rPr lang="en-US" sz="1800" kern="1200" baseline="0" dirty="0" err="1"/>
            <a:t>hanno</a:t>
          </a:r>
          <a:r>
            <a:rPr lang="en-US" sz="1800" kern="1200" baseline="0" dirty="0"/>
            <a:t> </a:t>
          </a:r>
          <a:r>
            <a:rPr lang="en-US" sz="1800" kern="1200" baseline="0" dirty="0" err="1"/>
            <a:t>valori</a:t>
          </a:r>
          <a:r>
            <a:rPr lang="en-US" sz="1800" kern="1200" baseline="0" dirty="0"/>
            <a:t> alti: media e </a:t>
          </a:r>
          <a:r>
            <a:rPr lang="en-US" sz="1800" kern="1200" baseline="0" dirty="0" err="1"/>
            <a:t>mediana</a:t>
          </a:r>
          <a:r>
            <a:rPr lang="en-US" sz="1800" kern="1200" baseline="0" dirty="0"/>
            <a:t> </a:t>
          </a:r>
          <a:r>
            <a:rPr lang="en-US" sz="1800" kern="1200" baseline="0" dirty="0" err="1"/>
            <a:t>sono</a:t>
          </a:r>
          <a:r>
            <a:rPr lang="en-US" sz="1800" kern="1200" baseline="0" dirty="0"/>
            <a:t> sopra la media </a:t>
          </a:r>
          <a:r>
            <a:rPr lang="en-US" sz="1800" kern="1200" baseline="0" dirty="0" err="1"/>
            <a:t>totale</a:t>
          </a:r>
          <a:r>
            <a:rPr lang="en-US" sz="1800" kern="1200" baseline="0" dirty="0"/>
            <a:t>; </a:t>
          </a:r>
          <a:r>
            <a:rPr lang="en-US" sz="1800" kern="1200" baseline="0" dirty="0" err="1"/>
            <a:t>si</a:t>
          </a:r>
          <a:r>
            <a:rPr lang="en-US" sz="1800" kern="1200" baseline="0" dirty="0"/>
            <a:t> </a:t>
          </a:r>
          <a:r>
            <a:rPr lang="en-US" sz="1800" kern="1200" baseline="0" dirty="0" err="1"/>
            <a:t>osserva</a:t>
          </a:r>
          <a:r>
            <a:rPr lang="en-US" sz="1800" kern="1200" baseline="0" dirty="0"/>
            <a:t> una </a:t>
          </a:r>
          <a:r>
            <a:rPr lang="en-US" sz="1800" kern="1200" baseline="0" dirty="0" err="1"/>
            <a:t>dispersione</a:t>
          </a:r>
          <a:r>
            <a:rPr lang="en-US" sz="1800" kern="1200" baseline="0" dirty="0"/>
            <a:t> </a:t>
          </a:r>
          <a:r>
            <a:rPr lang="en-US" sz="1800" kern="1200" baseline="0" dirty="0" err="1"/>
            <a:t>comunque</a:t>
          </a:r>
          <a:r>
            <a:rPr lang="en-US" sz="1800" kern="1200" baseline="0" dirty="0"/>
            <a:t> </a:t>
          </a:r>
          <a:r>
            <a:rPr lang="en-US" sz="1800" kern="1200" baseline="0" dirty="0" err="1"/>
            <a:t>elevata</a:t>
          </a:r>
          <a:endParaRPr lang="en-US" sz="1800" kern="1200" dirty="0"/>
        </a:p>
      </dsp:txBody>
      <dsp:txXfrm>
        <a:off x="3049489" y="2331904"/>
        <a:ext cx="2771617" cy="166297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846F9-001E-42C5-8AA4-32EE928085CD}">
      <dsp:nvSpPr>
        <dsp:cNvPr id="0" name=""/>
        <dsp:cNvSpPr/>
      </dsp:nvSpPr>
      <dsp:spPr>
        <a:xfrm>
          <a:off x="0" y="933"/>
          <a:ext cx="121634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33176-7FD6-4220-A12D-5E1372BAF42B}">
      <dsp:nvSpPr>
        <dsp:cNvPr id="0" name=""/>
        <dsp:cNvSpPr/>
      </dsp:nvSpPr>
      <dsp:spPr>
        <a:xfrm>
          <a:off x="0" y="933"/>
          <a:ext cx="12163430" cy="44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Grande dispersione per i livelli 2, 3, 4; media e mediana sono comunque vicine alla media totale</a:t>
          </a:r>
          <a:endParaRPr lang="en-US" sz="1800" kern="1200"/>
        </a:p>
      </dsp:txBody>
      <dsp:txXfrm>
        <a:off x="0" y="933"/>
        <a:ext cx="12163430" cy="440296"/>
      </dsp:txXfrm>
    </dsp:sp>
    <dsp:sp modelId="{B24F6995-DD44-4216-9BCD-EFDA3097681C}">
      <dsp:nvSpPr>
        <dsp:cNvPr id="0" name=""/>
        <dsp:cNvSpPr/>
      </dsp:nvSpPr>
      <dsp:spPr>
        <a:xfrm>
          <a:off x="0" y="441230"/>
          <a:ext cx="121634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C6FF2-15B5-416A-B8B2-42554B07DCEF}">
      <dsp:nvSpPr>
        <dsp:cNvPr id="0" name=""/>
        <dsp:cNvSpPr/>
      </dsp:nvSpPr>
      <dsp:spPr>
        <a:xfrm>
          <a:off x="0" y="441230"/>
          <a:ext cx="12151551" cy="6939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Per il livello 1 si osservano valori intorno alla media in rep77, anche se la mediana è spostata verso il basso;</a:t>
          </a:r>
          <a:br>
            <a:rPr lang="it-IT" sz="1800" kern="1200" dirty="0"/>
          </a:br>
          <a:r>
            <a:rPr lang="it-IT" sz="1800" kern="1200" dirty="0"/>
            <a:t>in rep78 si hanno valori minimi</a:t>
          </a:r>
          <a:endParaRPr lang="en-US" sz="1800" kern="1200" dirty="0"/>
        </a:p>
      </dsp:txBody>
      <dsp:txXfrm>
        <a:off x="0" y="441230"/>
        <a:ext cx="12151551" cy="693986"/>
      </dsp:txXfrm>
    </dsp:sp>
    <dsp:sp modelId="{19AC0037-34A7-46D8-9A6A-A1418A80C36D}">
      <dsp:nvSpPr>
        <dsp:cNvPr id="0" name=""/>
        <dsp:cNvSpPr/>
      </dsp:nvSpPr>
      <dsp:spPr>
        <a:xfrm>
          <a:off x="0" y="1135216"/>
          <a:ext cx="121634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66BE6-80A2-4D7A-A707-6F4D8C06B041}">
      <dsp:nvSpPr>
        <dsp:cNvPr id="0" name=""/>
        <dsp:cNvSpPr/>
      </dsp:nvSpPr>
      <dsp:spPr>
        <a:xfrm>
          <a:off x="0" y="1135216"/>
          <a:ext cx="12163430" cy="44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Si riscontrano valori bassi anche per il livello 5: minimi nel 77, più elevati nel 78 con una maggior dispersione</a:t>
          </a:r>
          <a:endParaRPr lang="en-US" sz="1800" kern="1200"/>
        </a:p>
      </dsp:txBody>
      <dsp:txXfrm>
        <a:off x="0" y="1135216"/>
        <a:ext cx="12163430" cy="44029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015240-2DD7-4559-B1EC-A0851B9A758D}">
      <dsp:nvSpPr>
        <dsp:cNvPr id="0" name=""/>
        <dsp:cNvSpPr/>
      </dsp:nvSpPr>
      <dsp:spPr>
        <a:xfrm>
          <a:off x="0" y="230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7BF68-52EC-48C4-9A18-FB0709A0B305}">
      <dsp:nvSpPr>
        <dsp:cNvPr id="0" name=""/>
        <dsp:cNvSpPr/>
      </dsp:nvSpPr>
      <dsp:spPr>
        <a:xfrm>
          <a:off x="0" y="230"/>
          <a:ext cx="12192000" cy="377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Andamento simile per tutte e tre le variabili</a:t>
          </a:r>
        </a:p>
      </dsp:txBody>
      <dsp:txXfrm>
        <a:off x="0" y="230"/>
        <a:ext cx="12192000" cy="377098"/>
      </dsp:txXfrm>
    </dsp:sp>
    <dsp:sp modelId="{5191BD88-488C-4220-9523-FEB25E4C1921}">
      <dsp:nvSpPr>
        <dsp:cNvPr id="0" name=""/>
        <dsp:cNvSpPr/>
      </dsp:nvSpPr>
      <dsp:spPr>
        <a:xfrm>
          <a:off x="0" y="377328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76C54C-AA2B-4102-A0E5-0CF0FCCBAFA5}">
      <dsp:nvSpPr>
        <dsp:cNvPr id="0" name=""/>
        <dsp:cNvSpPr/>
      </dsp:nvSpPr>
      <dsp:spPr>
        <a:xfrm>
          <a:off x="0" y="377328"/>
          <a:ext cx="12192000" cy="377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Valori sotto la media per I livelli 1 e 5</a:t>
          </a:r>
        </a:p>
      </dsp:txBody>
      <dsp:txXfrm>
        <a:off x="0" y="377328"/>
        <a:ext cx="12192000" cy="377098"/>
      </dsp:txXfrm>
    </dsp:sp>
    <dsp:sp modelId="{58083A33-C24C-435B-8956-388978E70B13}">
      <dsp:nvSpPr>
        <dsp:cNvPr id="0" name=""/>
        <dsp:cNvSpPr/>
      </dsp:nvSpPr>
      <dsp:spPr>
        <a:xfrm>
          <a:off x="0" y="754426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7B86C-6FEF-48F4-BADA-B1B7EFF11B82}">
      <dsp:nvSpPr>
        <dsp:cNvPr id="0" name=""/>
        <dsp:cNvSpPr/>
      </dsp:nvSpPr>
      <dsp:spPr>
        <a:xfrm>
          <a:off x="0" y="754426"/>
          <a:ext cx="12192000" cy="377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Dispersione elevata per 3 e per 4</a:t>
          </a:r>
        </a:p>
      </dsp:txBody>
      <dsp:txXfrm>
        <a:off x="0" y="754426"/>
        <a:ext cx="12192000" cy="377098"/>
      </dsp:txXfrm>
    </dsp:sp>
    <dsp:sp modelId="{E7CF50F6-258A-498A-93B1-3E3623D665FA}">
      <dsp:nvSpPr>
        <dsp:cNvPr id="0" name=""/>
        <dsp:cNvSpPr/>
      </dsp:nvSpPr>
      <dsp:spPr>
        <a:xfrm>
          <a:off x="0" y="1131525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4685C7-CF0D-4922-8BAE-D45C14B27033}">
      <dsp:nvSpPr>
        <dsp:cNvPr id="0" name=""/>
        <dsp:cNvSpPr/>
      </dsp:nvSpPr>
      <dsp:spPr>
        <a:xfrm>
          <a:off x="0" y="1131525"/>
          <a:ext cx="12192000" cy="377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 il livello 2 si ha una scatola più compatta rispetto a 3 e 4, con baffi più corti, spostata verso l’alto rispetto alla media totale</a:t>
          </a:r>
        </a:p>
      </dsp:txBody>
      <dsp:txXfrm>
        <a:off x="0" y="1131525"/>
        <a:ext cx="12192000" cy="377098"/>
      </dsp:txXfrm>
    </dsp:sp>
    <dsp:sp modelId="{FBD13667-5793-46C3-B8F0-70D8A27B3881}">
      <dsp:nvSpPr>
        <dsp:cNvPr id="0" name=""/>
        <dsp:cNvSpPr/>
      </dsp:nvSpPr>
      <dsp:spPr>
        <a:xfrm>
          <a:off x="0" y="1508623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8453C-4167-4BA8-B72B-AF6807AF7791}">
      <dsp:nvSpPr>
        <dsp:cNvPr id="0" name=""/>
        <dsp:cNvSpPr/>
      </dsp:nvSpPr>
      <dsp:spPr>
        <a:xfrm>
          <a:off x="0" y="1508623"/>
          <a:ext cx="12192000" cy="377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 la variabile weight si osserva un’alta dispersione anche per il livello 1</a:t>
          </a:r>
        </a:p>
      </dsp:txBody>
      <dsp:txXfrm>
        <a:off x="0" y="1508623"/>
        <a:ext cx="12192000" cy="37709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015240-2DD7-4559-B1EC-A0851B9A758D}">
      <dsp:nvSpPr>
        <dsp:cNvPr id="0" name=""/>
        <dsp:cNvSpPr/>
      </dsp:nvSpPr>
      <dsp:spPr>
        <a:xfrm>
          <a:off x="0" y="239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7BF68-52EC-48C4-9A18-FB0709A0B305}">
      <dsp:nvSpPr>
        <dsp:cNvPr id="0" name=""/>
        <dsp:cNvSpPr/>
      </dsp:nvSpPr>
      <dsp:spPr>
        <a:xfrm>
          <a:off x="0" y="239"/>
          <a:ext cx="12192000" cy="392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Valori</a:t>
          </a:r>
          <a:r>
            <a:rPr lang="en-US" sz="1800" kern="1200" dirty="0"/>
            <a:t> </a:t>
          </a:r>
          <a:r>
            <a:rPr lang="en-US" sz="1800" kern="1200" dirty="0" err="1"/>
            <a:t>minimi</a:t>
          </a:r>
          <a:r>
            <a:rPr lang="en-US" sz="1800" kern="1200" dirty="0"/>
            <a:t> per il </a:t>
          </a:r>
          <a:r>
            <a:rPr lang="en-US" sz="1800" kern="1200" dirty="0" err="1"/>
            <a:t>livello</a:t>
          </a:r>
          <a:r>
            <a:rPr lang="en-US" sz="1800" kern="1200" dirty="0"/>
            <a:t> 5</a:t>
          </a:r>
        </a:p>
      </dsp:txBody>
      <dsp:txXfrm>
        <a:off x="0" y="239"/>
        <a:ext cx="12192000" cy="392760"/>
      </dsp:txXfrm>
    </dsp:sp>
    <dsp:sp modelId="{5191BD88-488C-4220-9523-FEB25E4C1921}">
      <dsp:nvSpPr>
        <dsp:cNvPr id="0" name=""/>
        <dsp:cNvSpPr/>
      </dsp:nvSpPr>
      <dsp:spPr>
        <a:xfrm>
          <a:off x="0" y="392999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76C54C-AA2B-4102-A0E5-0CF0FCCBAFA5}">
      <dsp:nvSpPr>
        <dsp:cNvPr id="0" name=""/>
        <dsp:cNvSpPr/>
      </dsp:nvSpPr>
      <dsp:spPr>
        <a:xfrm>
          <a:off x="0" y="392999"/>
          <a:ext cx="12192000" cy="392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Media e </a:t>
          </a:r>
          <a:r>
            <a:rPr lang="en-US" sz="1800" kern="1200" dirty="0" err="1"/>
            <a:t>mediana</a:t>
          </a:r>
          <a:r>
            <a:rPr lang="en-US" sz="1800" kern="1200" dirty="0"/>
            <a:t> del </a:t>
          </a:r>
          <a:r>
            <a:rPr lang="en-US" sz="1800" kern="1200" dirty="0" err="1"/>
            <a:t>livello</a:t>
          </a:r>
          <a:r>
            <a:rPr lang="en-US" sz="1800" kern="1200" dirty="0"/>
            <a:t> 1 </a:t>
          </a:r>
          <a:r>
            <a:rPr lang="en-US" sz="1800" kern="1200" dirty="0" err="1"/>
            <a:t>coincidono</a:t>
          </a:r>
          <a:r>
            <a:rPr lang="en-US" sz="1800" kern="1200" dirty="0"/>
            <a:t> circa con la media </a:t>
          </a:r>
          <a:r>
            <a:rPr lang="en-US" sz="1800" kern="1200" dirty="0" err="1"/>
            <a:t>totale</a:t>
          </a:r>
          <a:endParaRPr lang="en-US" sz="1800" kern="1200" dirty="0"/>
        </a:p>
      </dsp:txBody>
      <dsp:txXfrm>
        <a:off x="0" y="392999"/>
        <a:ext cx="12192000" cy="392760"/>
      </dsp:txXfrm>
    </dsp:sp>
    <dsp:sp modelId="{58083A33-C24C-435B-8956-388978E70B13}">
      <dsp:nvSpPr>
        <dsp:cNvPr id="0" name=""/>
        <dsp:cNvSpPr/>
      </dsp:nvSpPr>
      <dsp:spPr>
        <a:xfrm>
          <a:off x="0" y="785759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7B86C-6FEF-48F4-BADA-B1B7EFF11B82}">
      <dsp:nvSpPr>
        <dsp:cNvPr id="0" name=""/>
        <dsp:cNvSpPr/>
      </dsp:nvSpPr>
      <dsp:spPr>
        <a:xfrm>
          <a:off x="0" y="785759"/>
          <a:ext cx="12192000" cy="392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Scatola</a:t>
          </a:r>
          <a:r>
            <a:rPr lang="en-US" sz="1800" kern="1200" dirty="0"/>
            <a:t> </a:t>
          </a:r>
          <a:r>
            <a:rPr lang="en-US" sz="1800" kern="1200" dirty="0" err="1"/>
            <a:t>compatta</a:t>
          </a:r>
          <a:r>
            <a:rPr lang="en-US" sz="1800" kern="1200" dirty="0"/>
            <a:t> per </a:t>
          </a:r>
          <a:r>
            <a:rPr lang="en-US" sz="1800" kern="1200" dirty="0" err="1"/>
            <a:t>livello</a:t>
          </a:r>
          <a:r>
            <a:rPr lang="en-US" sz="1800" kern="1200" dirty="0"/>
            <a:t> 2, di poco sopra la media</a:t>
          </a:r>
        </a:p>
      </dsp:txBody>
      <dsp:txXfrm>
        <a:off x="0" y="785759"/>
        <a:ext cx="12192000" cy="392760"/>
      </dsp:txXfrm>
    </dsp:sp>
    <dsp:sp modelId="{E7CF50F6-258A-498A-93B1-3E3623D665FA}">
      <dsp:nvSpPr>
        <dsp:cNvPr id="0" name=""/>
        <dsp:cNvSpPr/>
      </dsp:nvSpPr>
      <dsp:spPr>
        <a:xfrm>
          <a:off x="0" y="1178520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4685C7-CF0D-4922-8BAE-D45C14B27033}">
      <dsp:nvSpPr>
        <dsp:cNvPr id="0" name=""/>
        <dsp:cNvSpPr/>
      </dsp:nvSpPr>
      <dsp:spPr>
        <a:xfrm>
          <a:off x="0" y="1178520"/>
          <a:ext cx="12192000" cy="392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Dispersione</a:t>
          </a:r>
          <a:r>
            <a:rPr lang="en-US" sz="1800" kern="1200" dirty="0"/>
            <a:t> </a:t>
          </a:r>
          <a:r>
            <a:rPr lang="en-US" sz="1800" kern="1200" dirty="0" err="1"/>
            <a:t>elevata</a:t>
          </a:r>
          <a:r>
            <a:rPr lang="en-US" sz="1800" kern="1200" dirty="0"/>
            <a:t> per 3 e per 4</a:t>
          </a:r>
        </a:p>
      </dsp:txBody>
      <dsp:txXfrm>
        <a:off x="0" y="1178520"/>
        <a:ext cx="12192000" cy="392760"/>
      </dsp:txXfrm>
    </dsp:sp>
    <dsp:sp modelId="{FBD13667-5793-46C3-B8F0-70D8A27B3881}">
      <dsp:nvSpPr>
        <dsp:cNvPr id="0" name=""/>
        <dsp:cNvSpPr/>
      </dsp:nvSpPr>
      <dsp:spPr>
        <a:xfrm>
          <a:off x="0" y="1571280"/>
          <a:ext cx="12192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8453C-4167-4BA8-B72B-AF6807AF7791}">
      <dsp:nvSpPr>
        <dsp:cNvPr id="0" name=""/>
        <dsp:cNvSpPr/>
      </dsp:nvSpPr>
      <dsp:spPr>
        <a:xfrm>
          <a:off x="0" y="1571280"/>
          <a:ext cx="12192000" cy="392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Si </a:t>
          </a:r>
          <a:r>
            <a:rPr lang="en-US" sz="1800" kern="1200" dirty="0" err="1"/>
            <a:t>rilevano</a:t>
          </a:r>
          <a:r>
            <a:rPr lang="en-US" sz="1800" kern="1200" dirty="0"/>
            <a:t> </a:t>
          </a:r>
          <a:r>
            <a:rPr lang="en-US" sz="1800" kern="1200" dirty="0" err="1"/>
            <a:t>baffi</a:t>
          </a:r>
          <a:r>
            <a:rPr lang="en-US" sz="1800" kern="1200" dirty="0"/>
            <a:t> molto </a:t>
          </a:r>
          <a:r>
            <a:rPr lang="en-US" sz="1800" kern="1200" dirty="0" err="1"/>
            <a:t>lunghi</a:t>
          </a:r>
          <a:r>
            <a:rPr lang="en-US" sz="1800" kern="1200" dirty="0"/>
            <a:t> </a:t>
          </a:r>
          <a:r>
            <a:rPr lang="en-US" sz="1800" kern="1200" dirty="0" err="1"/>
            <a:t>nel</a:t>
          </a:r>
          <a:r>
            <a:rPr lang="en-US" sz="1800" kern="1200" dirty="0"/>
            <a:t> </a:t>
          </a:r>
          <a:r>
            <a:rPr lang="en-US" sz="1800" kern="1200" dirty="0" err="1"/>
            <a:t>livello</a:t>
          </a:r>
          <a:r>
            <a:rPr lang="en-US" sz="1800" kern="1200" dirty="0"/>
            <a:t> 3 </a:t>
          </a:r>
          <a:r>
            <a:rPr lang="en-US" sz="1800" kern="1200" dirty="0" err="1"/>
            <a:t>nei</a:t>
          </a:r>
          <a:r>
            <a:rPr lang="en-US" sz="1800" kern="1200" dirty="0"/>
            <a:t> boxplot </a:t>
          </a:r>
          <a:r>
            <a:rPr lang="en-US" sz="1800" kern="1200" dirty="0" err="1"/>
            <a:t>relativi</a:t>
          </a:r>
          <a:r>
            <a:rPr lang="en-US" sz="1800" kern="1200" dirty="0"/>
            <a:t> a length e weight</a:t>
          </a:r>
        </a:p>
      </dsp:txBody>
      <dsp:txXfrm>
        <a:off x="0" y="1571280"/>
        <a:ext cx="12192000" cy="39276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846F9-001E-42C5-8AA4-32EE928085CD}">
      <dsp:nvSpPr>
        <dsp:cNvPr id="0" name=""/>
        <dsp:cNvSpPr/>
      </dsp:nvSpPr>
      <dsp:spPr>
        <a:xfrm>
          <a:off x="0" y="769"/>
          <a:ext cx="121634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33176-7FD6-4220-A12D-5E1372BAF42B}">
      <dsp:nvSpPr>
        <dsp:cNvPr id="0" name=""/>
        <dsp:cNvSpPr/>
      </dsp:nvSpPr>
      <dsp:spPr>
        <a:xfrm>
          <a:off x="0" y="769"/>
          <a:ext cx="12163430" cy="524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Valori</a:t>
          </a:r>
          <a:r>
            <a:rPr lang="en-US" sz="2000" kern="1200" dirty="0"/>
            <a:t> </a:t>
          </a:r>
          <a:r>
            <a:rPr lang="en-US" sz="2000" kern="1200" dirty="0" err="1"/>
            <a:t>minimi</a:t>
          </a:r>
          <a:r>
            <a:rPr lang="en-US" sz="2000" kern="1200" dirty="0"/>
            <a:t> per il </a:t>
          </a:r>
          <a:r>
            <a:rPr lang="en-US" sz="2000" kern="1200" dirty="0" err="1"/>
            <a:t>livello</a:t>
          </a:r>
          <a:r>
            <a:rPr lang="en-US" sz="2000" kern="1200" dirty="0"/>
            <a:t> 5</a:t>
          </a:r>
        </a:p>
      </dsp:txBody>
      <dsp:txXfrm>
        <a:off x="0" y="769"/>
        <a:ext cx="12163430" cy="524969"/>
      </dsp:txXfrm>
    </dsp:sp>
    <dsp:sp modelId="{B24F6995-DD44-4216-9BCD-EFDA3097681C}">
      <dsp:nvSpPr>
        <dsp:cNvPr id="0" name=""/>
        <dsp:cNvSpPr/>
      </dsp:nvSpPr>
      <dsp:spPr>
        <a:xfrm>
          <a:off x="0" y="525739"/>
          <a:ext cx="121634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C6FF2-15B5-416A-B8B2-42554B07DCEF}">
      <dsp:nvSpPr>
        <dsp:cNvPr id="0" name=""/>
        <dsp:cNvSpPr/>
      </dsp:nvSpPr>
      <dsp:spPr>
        <a:xfrm>
          <a:off x="0" y="525739"/>
          <a:ext cx="12163430" cy="524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Dispersione</a:t>
          </a:r>
          <a:r>
            <a:rPr lang="en-US" sz="2000" kern="1200" dirty="0"/>
            <a:t> per 2, 3, 4</a:t>
          </a:r>
        </a:p>
      </dsp:txBody>
      <dsp:txXfrm>
        <a:off x="0" y="525739"/>
        <a:ext cx="12163430" cy="524969"/>
      </dsp:txXfrm>
    </dsp:sp>
    <dsp:sp modelId="{19AC0037-34A7-46D8-9A6A-A1418A80C36D}">
      <dsp:nvSpPr>
        <dsp:cNvPr id="0" name=""/>
        <dsp:cNvSpPr/>
      </dsp:nvSpPr>
      <dsp:spPr>
        <a:xfrm>
          <a:off x="0" y="1050708"/>
          <a:ext cx="121634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66BE6-80A2-4D7A-A707-6F4D8C06B041}">
      <dsp:nvSpPr>
        <dsp:cNvPr id="0" name=""/>
        <dsp:cNvSpPr/>
      </dsp:nvSpPr>
      <dsp:spPr>
        <a:xfrm>
          <a:off x="0" y="1050708"/>
          <a:ext cx="12163430" cy="524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Per il </a:t>
          </a:r>
          <a:r>
            <a:rPr lang="en-US" sz="2000" kern="1200" dirty="0" err="1"/>
            <a:t>livello</a:t>
          </a:r>
          <a:r>
            <a:rPr lang="en-US" sz="2000" kern="1200" dirty="0"/>
            <a:t> 1 </a:t>
          </a:r>
          <a:r>
            <a:rPr lang="en-US" sz="2000" kern="1200" dirty="0" err="1"/>
            <a:t>si</a:t>
          </a:r>
          <a:r>
            <a:rPr lang="en-US" sz="2000" kern="1200" dirty="0"/>
            <a:t> </a:t>
          </a:r>
          <a:r>
            <a:rPr lang="en-US" sz="2000" kern="1200" dirty="0" err="1"/>
            <a:t>hanno</a:t>
          </a:r>
          <a:r>
            <a:rPr lang="en-US" sz="2000" kern="1200" dirty="0"/>
            <a:t> </a:t>
          </a:r>
          <a:r>
            <a:rPr lang="en-US" sz="2000" kern="1200" dirty="0" err="1"/>
            <a:t>valori</a:t>
          </a:r>
          <a:r>
            <a:rPr lang="en-US" sz="2000" kern="1200" dirty="0"/>
            <a:t> </a:t>
          </a:r>
          <a:r>
            <a:rPr lang="en-US" sz="2000" kern="1200" dirty="0" err="1"/>
            <a:t>nella</a:t>
          </a:r>
          <a:r>
            <a:rPr lang="en-US" sz="2000" kern="1200" dirty="0"/>
            <a:t> media per il 78, </a:t>
          </a:r>
          <a:r>
            <a:rPr lang="en-US" sz="2000" kern="1200" dirty="0" err="1"/>
            <a:t>più</a:t>
          </a:r>
          <a:r>
            <a:rPr lang="en-US" sz="2000" kern="1200" dirty="0"/>
            <a:t> dispersive </a:t>
          </a:r>
          <a:r>
            <a:rPr lang="en-US" sz="2000" kern="1200" dirty="0" err="1"/>
            <a:t>nel</a:t>
          </a:r>
          <a:r>
            <a:rPr lang="en-US" sz="2000" kern="1200" dirty="0"/>
            <a:t> 77</a:t>
          </a:r>
        </a:p>
      </dsp:txBody>
      <dsp:txXfrm>
        <a:off x="0" y="1050708"/>
        <a:ext cx="12163430" cy="52496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565A7A-67BB-46B6-8C46-909DEBB508FA}">
      <dsp:nvSpPr>
        <dsp:cNvPr id="0" name=""/>
        <dsp:cNvSpPr/>
      </dsp:nvSpPr>
      <dsp:spPr>
        <a:xfrm>
          <a:off x="-5689919" y="-861654"/>
          <a:ext cx="6701529" cy="6701529"/>
        </a:xfrm>
        <a:prstGeom prst="blockArc">
          <a:avLst>
            <a:gd name="adj1" fmla="val 18900000"/>
            <a:gd name="adj2" fmla="val 2700000"/>
            <a:gd name="adj3" fmla="val 322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72B01E-122B-47B7-A8C8-FD54AFFDF27C}">
      <dsp:nvSpPr>
        <dsp:cNvPr id="0" name=""/>
        <dsp:cNvSpPr/>
      </dsp:nvSpPr>
      <dsp:spPr>
        <a:xfrm>
          <a:off x="518175" y="497822"/>
          <a:ext cx="6159257" cy="995644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0293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Si </a:t>
          </a:r>
          <a:r>
            <a:rPr lang="en-US" sz="2200" kern="1200" dirty="0" err="1"/>
            <a:t>osserva</a:t>
          </a:r>
          <a:r>
            <a:rPr lang="en-US" sz="2200" kern="1200" dirty="0"/>
            <a:t> una </a:t>
          </a:r>
          <a:r>
            <a:rPr lang="en-US" sz="2200" kern="1200" dirty="0" err="1"/>
            <a:t>correlazione</a:t>
          </a:r>
          <a:r>
            <a:rPr lang="en-US" sz="2200" kern="1200" dirty="0"/>
            <a:t> </a:t>
          </a:r>
          <a:r>
            <a:rPr lang="en-US" sz="2200" kern="1200" dirty="0" err="1"/>
            <a:t>tra</a:t>
          </a:r>
          <a:r>
            <a:rPr lang="en-US" sz="2200" kern="1200" dirty="0"/>
            <a:t> la </a:t>
          </a:r>
          <a:r>
            <a:rPr lang="en-US" sz="2200" kern="1200" dirty="0" err="1"/>
            <a:t>variabile</a:t>
          </a:r>
          <a:r>
            <a:rPr lang="en-US" sz="2200" kern="1200" dirty="0"/>
            <a:t> </a:t>
          </a:r>
          <a:r>
            <a:rPr lang="en-US" sz="2200" kern="1200" dirty="0" err="1"/>
            <a:t>displa</a:t>
          </a:r>
          <a:r>
            <a:rPr lang="en-US" sz="2200" kern="1200" dirty="0"/>
            <a:t> e la </a:t>
          </a:r>
          <a:r>
            <a:rPr lang="en-US" sz="2200" kern="1200" dirty="0" err="1"/>
            <a:t>variabile</a:t>
          </a:r>
          <a:r>
            <a:rPr lang="en-US" sz="2200" kern="1200" dirty="0"/>
            <a:t> weight</a:t>
          </a:r>
          <a:endParaRPr lang="it-IT" sz="2200" kern="1200" dirty="0"/>
        </a:p>
      </dsp:txBody>
      <dsp:txXfrm>
        <a:off x="518175" y="497822"/>
        <a:ext cx="6159257" cy="995644"/>
      </dsp:txXfrm>
    </dsp:sp>
    <dsp:sp modelId="{C02F2C20-6F1B-4CE0-9331-723E53FF2792}">
      <dsp:nvSpPr>
        <dsp:cNvPr id="0" name=""/>
        <dsp:cNvSpPr/>
      </dsp:nvSpPr>
      <dsp:spPr>
        <a:xfrm>
          <a:off x="149777" y="514698"/>
          <a:ext cx="958046" cy="9618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90A33-65E4-47B1-B4A0-39AA0E490775}">
      <dsp:nvSpPr>
        <dsp:cNvPr id="0" name=""/>
        <dsp:cNvSpPr/>
      </dsp:nvSpPr>
      <dsp:spPr>
        <a:xfrm>
          <a:off x="876908" y="1991288"/>
          <a:ext cx="5803706" cy="995644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0293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Si </a:t>
          </a:r>
          <a:r>
            <a:rPr lang="en-US" sz="2200" kern="1200" dirty="0" err="1"/>
            <a:t>rilevano</a:t>
          </a:r>
          <a:r>
            <a:rPr lang="en-US" sz="2200" kern="1200" dirty="0"/>
            <a:t> </a:t>
          </a:r>
          <a:r>
            <a:rPr lang="en-US" sz="2200" kern="1200" dirty="0" err="1"/>
            <a:t>valori</a:t>
          </a:r>
          <a:r>
            <a:rPr lang="en-US" sz="2200" kern="1200" dirty="0"/>
            <a:t> </a:t>
          </a:r>
          <a:r>
            <a:rPr lang="en-US" sz="2200" kern="1200" dirty="0" err="1"/>
            <a:t>bassi</a:t>
          </a:r>
          <a:r>
            <a:rPr lang="en-US" sz="2200" kern="1200" dirty="0"/>
            <a:t>/medio </a:t>
          </a:r>
          <a:r>
            <a:rPr lang="en-US" sz="2200" kern="1200" dirty="0" err="1"/>
            <a:t>bassi</a:t>
          </a:r>
          <a:r>
            <a:rPr lang="en-US" sz="2200" kern="1200" dirty="0"/>
            <a:t> per le auto di </a:t>
          </a:r>
          <a:r>
            <a:rPr lang="en-US" sz="2200" kern="1200" dirty="0" err="1"/>
            <a:t>origine</a:t>
          </a:r>
          <a:r>
            <a:rPr lang="en-US" sz="2200" kern="1200" dirty="0"/>
            <a:t> J e </a:t>
          </a:r>
          <a:r>
            <a:rPr lang="en-US" sz="2200" kern="1200" dirty="0" err="1"/>
            <a:t>E</a:t>
          </a:r>
          <a:r>
            <a:rPr lang="en-US" sz="2200" kern="1200" dirty="0"/>
            <a:t> </a:t>
          </a:r>
          <a:r>
            <a:rPr lang="en-US" sz="2200" kern="1200" dirty="0" err="1"/>
            <a:t>sia</a:t>
          </a:r>
          <a:r>
            <a:rPr lang="en-US" sz="2200" kern="1200" dirty="0"/>
            <a:t> per la </a:t>
          </a:r>
          <a:r>
            <a:rPr lang="en-US" sz="2200" kern="1200" dirty="0" err="1"/>
            <a:t>cilindrata</a:t>
          </a:r>
          <a:r>
            <a:rPr lang="en-US" sz="2200" kern="1200" dirty="0"/>
            <a:t> </a:t>
          </a:r>
          <a:r>
            <a:rPr lang="en-US" sz="2200" kern="1200" dirty="0" err="1"/>
            <a:t>che</a:t>
          </a:r>
          <a:r>
            <a:rPr lang="en-US" sz="2200" kern="1200" dirty="0"/>
            <a:t> per il peso</a:t>
          </a:r>
          <a:endParaRPr lang="it-IT" sz="2200" kern="1200" dirty="0"/>
        </a:p>
      </dsp:txBody>
      <dsp:txXfrm>
        <a:off x="876908" y="1991288"/>
        <a:ext cx="5803706" cy="995644"/>
      </dsp:txXfrm>
    </dsp:sp>
    <dsp:sp modelId="{5697B6B9-725B-4B19-BBB2-BCCBEE34588A}">
      <dsp:nvSpPr>
        <dsp:cNvPr id="0" name=""/>
        <dsp:cNvSpPr/>
      </dsp:nvSpPr>
      <dsp:spPr>
        <a:xfrm>
          <a:off x="511693" y="2008164"/>
          <a:ext cx="958046" cy="9618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9667AA-2B70-4095-9B7C-4D2BD9ED3B22}">
      <dsp:nvSpPr>
        <dsp:cNvPr id="0" name=""/>
        <dsp:cNvSpPr/>
      </dsp:nvSpPr>
      <dsp:spPr>
        <a:xfrm>
          <a:off x="506299" y="3484754"/>
          <a:ext cx="6183009" cy="995644"/>
        </a:xfrm>
        <a:prstGeom prst="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0293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 auto di </a:t>
          </a:r>
          <a:r>
            <a:rPr lang="en-US" sz="2200" kern="1200" dirty="0" err="1"/>
            <a:t>origine</a:t>
          </a:r>
          <a:r>
            <a:rPr lang="en-US" sz="2200" kern="1200"/>
            <a:t> A </a:t>
          </a:r>
          <a:r>
            <a:rPr lang="en-US" sz="2200" kern="1200" dirty="0" err="1"/>
            <a:t>hanno</a:t>
          </a:r>
          <a:r>
            <a:rPr lang="en-US" sz="2200" kern="1200" dirty="0"/>
            <a:t> </a:t>
          </a:r>
          <a:r>
            <a:rPr lang="en-US" sz="2200" kern="1200" dirty="0" err="1"/>
            <a:t>valori</a:t>
          </a:r>
          <a:r>
            <a:rPr lang="en-US" sz="2200" kern="1200" dirty="0"/>
            <a:t> </a:t>
          </a:r>
          <a:r>
            <a:rPr lang="en-US" sz="2200" kern="1200" dirty="0" err="1"/>
            <a:t>più</a:t>
          </a:r>
          <a:r>
            <a:rPr lang="en-US" sz="2200" kern="1200" dirty="0"/>
            <a:t> </a:t>
          </a:r>
          <a:r>
            <a:rPr lang="en-US" sz="2200" kern="1200" dirty="0" err="1"/>
            <a:t>dispersivi</a:t>
          </a:r>
          <a:r>
            <a:rPr lang="en-US" sz="2200" kern="1200" dirty="0"/>
            <a:t> e </a:t>
          </a:r>
          <a:r>
            <a:rPr lang="en-US" sz="2200" kern="1200" dirty="0" err="1"/>
            <a:t>sono</a:t>
          </a:r>
          <a:r>
            <a:rPr lang="en-US" sz="2200" kern="1200" dirty="0"/>
            <a:t> le </a:t>
          </a:r>
          <a:r>
            <a:rPr lang="en-US" sz="2200" kern="1200" dirty="0" err="1"/>
            <a:t>uniche</a:t>
          </a:r>
          <a:r>
            <a:rPr lang="en-US" sz="2200" kern="1200" dirty="0"/>
            <a:t> ad </a:t>
          </a:r>
          <a:r>
            <a:rPr lang="en-US" sz="2200" kern="1200" dirty="0" err="1"/>
            <a:t>avere</a:t>
          </a:r>
          <a:r>
            <a:rPr lang="en-US" sz="2200" kern="1200" dirty="0"/>
            <a:t> </a:t>
          </a:r>
          <a:r>
            <a:rPr lang="en-US" sz="2200" kern="1200" dirty="0" err="1"/>
            <a:t>valori</a:t>
          </a:r>
          <a:r>
            <a:rPr lang="en-US" sz="2200" kern="1200" dirty="0"/>
            <a:t> alti per </a:t>
          </a:r>
          <a:r>
            <a:rPr lang="en-US" sz="2200" kern="1200" dirty="0" err="1"/>
            <a:t>entrambe</a:t>
          </a:r>
          <a:r>
            <a:rPr lang="en-US" sz="2200" kern="1200" dirty="0"/>
            <a:t> le </a:t>
          </a:r>
          <a:r>
            <a:rPr lang="en-US" sz="2200" kern="1200" dirty="0" err="1"/>
            <a:t>variabili</a:t>
          </a:r>
          <a:endParaRPr lang="it-IT" sz="2200" kern="1200" dirty="0"/>
        </a:p>
      </dsp:txBody>
      <dsp:txXfrm>
        <a:off x="506299" y="3484754"/>
        <a:ext cx="6183009" cy="995644"/>
      </dsp:txXfrm>
    </dsp:sp>
    <dsp:sp modelId="{BF2EC602-1B2B-400B-8699-E01F2982E7AF}">
      <dsp:nvSpPr>
        <dsp:cNvPr id="0" name=""/>
        <dsp:cNvSpPr/>
      </dsp:nvSpPr>
      <dsp:spPr>
        <a:xfrm>
          <a:off x="149777" y="3501630"/>
          <a:ext cx="958046" cy="9618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846F9-001E-42C5-8AA4-32EE928085CD}">
      <dsp:nvSpPr>
        <dsp:cNvPr id="0" name=""/>
        <dsp:cNvSpPr/>
      </dsp:nvSpPr>
      <dsp:spPr>
        <a:xfrm>
          <a:off x="0" y="0"/>
          <a:ext cx="121634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33176-7FD6-4220-A12D-5E1372BAF42B}">
      <dsp:nvSpPr>
        <dsp:cNvPr id="0" name=""/>
        <dsp:cNvSpPr/>
      </dsp:nvSpPr>
      <dsp:spPr>
        <a:xfrm>
          <a:off x="0" y="0"/>
          <a:ext cx="12163430" cy="43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Per il </a:t>
          </a:r>
          <a:r>
            <a:rPr lang="en-US" sz="2000" kern="1200" dirty="0" err="1"/>
            <a:t>livello</a:t>
          </a:r>
          <a:r>
            <a:rPr lang="en-US" sz="2000" kern="1200" dirty="0"/>
            <a:t> 5 </a:t>
          </a:r>
          <a:r>
            <a:rPr lang="en-US" sz="2000" kern="1200" dirty="0" err="1"/>
            <a:t>si</a:t>
          </a:r>
          <a:r>
            <a:rPr lang="en-US" sz="2000" kern="1200" dirty="0"/>
            <a:t> </a:t>
          </a:r>
          <a:r>
            <a:rPr lang="en-US" sz="2000" kern="1200" dirty="0" err="1"/>
            <a:t>hanno</a:t>
          </a:r>
          <a:r>
            <a:rPr lang="en-US" sz="2000" kern="1200" dirty="0"/>
            <a:t> </a:t>
          </a:r>
          <a:r>
            <a:rPr lang="en-US" sz="2000" kern="1200" dirty="0" err="1"/>
            <a:t>valori</a:t>
          </a:r>
          <a:r>
            <a:rPr lang="en-US" sz="2000" kern="1200" dirty="0"/>
            <a:t> sopra la media</a:t>
          </a:r>
        </a:p>
      </dsp:txBody>
      <dsp:txXfrm>
        <a:off x="0" y="0"/>
        <a:ext cx="12163430" cy="438274"/>
      </dsp:txXfrm>
    </dsp:sp>
    <dsp:sp modelId="{B24F6995-DD44-4216-9BCD-EFDA3097681C}">
      <dsp:nvSpPr>
        <dsp:cNvPr id="0" name=""/>
        <dsp:cNvSpPr/>
      </dsp:nvSpPr>
      <dsp:spPr>
        <a:xfrm>
          <a:off x="0" y="438274"/>
          <a:ext cx="121634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C6FF2-15B5-416A-B8B2-42554B07DCEF}">
      <dsp:nvSpPr>
        <dsp:cNvPr id="0" name=""/>
        <dsp:cNvSpPr/>
      </dsp:nvSpPr>
      <dsp:spPr>
        <a:xfrm>
          <a:off x="0" y="438274"/>
          <a:ext cx="12163430" cy="43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Livelli</a:t>
          </a:r>
          <a:r>
            <a:rPr lang="en-US" sz="2000" kern="1200" dirty="0"/>
            <a:t> 2, 3 e 4 in rep77 e </a:t>
          </a:r>
          <a:r>
            <a:rPr lang="en-US" sz="2000" kern="1200" dirty="0" err="1"/>
            <a:t>livelli</a:t>
          </a:r>
          <a:r>
            <a:rPr lang="en-US" sz="2000" kern="1200" dirty="0"/>
            <a:t> 3 e 4 in rep78 </a:t>
          </a:r>
          <a:r>
            <a:rPr lang="en-US" sz="2000" kern="1200" dirty="0" err="1"/>
            <a:t>dispersivi</a:t>
          </a:r>
          <a:endParaRPr lang="en-US" sz="2000" kern="1200" dirty="0"/>
        </a:p>
      </dsp:txBody>
      <dsp:txXfrm>
        <a:off x="0" y="438274"/>
        <a:ext cx="12163430" cy="438274"/>
      </dsp:txXfrm>
    </dsp:sp>
    <dsp:sp modelId="{6CAA6B81-A185-4422-9EEE-7CE26CDA420B}">
      <dsp:nvSpPr>
        <dsp:cNvPr id="0" name=""/>
        <dsp:cNvSpPr/>
      </dsp:nvSpPr>
      <dsp:spPr>
        <a:xfrm>
          <a:off x="0" y="876549"/>
          <a:ext cx="121634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D0F5D4-E864-4199-AF73-126FB29C6D81}">
      <dsp:nvSpPr>
        <dsp:cNvPr id="0" name=""/>
        <dsp:cNvSpPr/>
      </dsp:nvSpPr>
      <dsp:spPr>
        <a:xfrm>
          <a:off x="0" y="876549"/>
          <a:ext cx="12163430" cy="43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Per il </a:t>
          </a:r>
          <a:r>
            <a:rPr lang="en-US" sz="2000" kern="1200" dirty="0" err="1"/>
            <a:t>livello</a:t>
          </a:r>
          <a:r>
            <a:rPr lang="en-US" sz="2000" kern="1200" dirty="0"/>
            <a:t> 2 in rep78 </a:t>
          </a:r>
          <a:r>
            <a:rPr lang="en-US" sz="2000" kern="1200" dirty="0" err="1"/>
            <a:t>si</a:t>
          </a:r>
          <a:r>
            <a:rPr lang="en-US" sz="2000" kern="1200" dirty="0"/>
            <a:t> </a:t>
          </a:r>
          <a:r>
            <a:rPr lang="en-US" sz="2000" kern="1200" dirty="0" err="1"/>
            <a:t>hanno</a:t>
          </a:r>
          <a:r>
            <a:rPr lang="en-US" sz="2000" kern="1200" dirty="0"/>
            <a:t> </a:t>
          </a:r>
          <a:r>
            <a:rPr lang="en-US" sz="2000" kern="1200" dirty="0" err="1"/>
            <a:t>valori</a:t>
          </a:r>
          <a:r>
            <a:rPr lang="en-US" sz="2000" kern="1200" dirty="0"/>
            <a:t> sotto la media </a:t>
          </a:r>
          <a:r>
            <a:rPr lang="en-US" sz="2000" kern="1200" dirty="0" err="1"/>
            <a:t>totale</a:t>
          </a:r>
          <a:endParaRPr lang="en-US" sz="2000" kern="1200" dirty="0"/>
        </a:p>
      </dsp:txBody>
      <dsp:txXfrm>
        <a:off x="0" y="876549"/>
        <a:ext cx="12163430" cy="438274"/>
      </dsp:txXfrm>
    </dsp:sp>
    <dsp:sp modelId="{19AC0037-34A7-46D8-9A6A-A1418A80C36D}">
      <dsp:nvSpPr>
        <dsp:cNvPr id="0" name=""/>
        <dsp:cNvSpPr/>
      </dsp:nvSpPr>
      <dsp:spPr>
        <a:xfrm>
          <a:off x="0" y="1314824"/>
          <a:ext cx="121634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66BE6-80A2-4D7A-A707-6F4D8C06B041}">
      <dsp:nvSpPr>
        <dsp:cNvPr id="0" name=""/>
        <dsp:cNvSpPr/>
      </dsp:nvSpPr>
      <dsp:spPr>
        <a:xfrm>
          <a:off x="0" y="1314824"/>
          <a:ext cx="12163430" cy="43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Per il </a:t>
          </a:r>
          <a:r>
            <a:rPr lang="en-US" sz="2000" kern="1200" dirty="0" err="1"/>
            <a:t>livello</a:t>
          </a:r>
          <a:r>
            <a:rPr lang="en-US" sz="2000" kern="1200" dirty="0"/>
            <a:t> 1 </a:t>
          </a:r>
          <a:r>
            <a:rPr lang="en-US" sz="2000" kern="1200" dirty="0" err="1"/>
            <a:t>si</a:t>
          </a:r>
          <a:r>
            <a:rPr lang="en-US" sz="2000" kern="1200" dirty="0"/>
            <a:t> </a:t>
          </a:r>
          <a:r>
            <a:rPr lang="en-US" sz="2000" kern="1200" dirty="0" err="1"/>
            <a:t>hanno</a:t>
          </a:r>
          <a:r>
            <a:rPr lang="en-US" sz="2000" kern="1200" dirty="0"/>
            <a:t> </a:t>
          </a:r>
          <a:r>
            <a:rPr lang="en-US" sz="2000" kern="1200" dirty="0" err="1"/>
            <a:t>valori</a:t>
          </a:r>
          <a:r>
            <a:rPr lang="en-US" sz="2000" kern="1200" dirty="0"/>
            <a:t> in media</a:t>
          </a:r>
        </a:p>
      </dsp:txBody>
      <dsp:txXfrm>
        <a:off x="0" y="1314824"/>
        <a:ext cx="12163430" cy="43827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07D7B0-4492-4FA8-B949-8A46E78EC41D}">
      <dsp:nvSpPr>
        <dsp:cNvPr id="0" name=""/>
        <dsp:cNvSpPr/>
      </dsp:nvSpPr>
      <dsp:spPr>
        <a:xfrm>
          <a:off x="2712" y="8565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Distanza tra gli schienali del sedile davanti e del sedile dietro (</a:t>
          </a:r>
          <a:r>
            <a:rPr lang="it-IT" sz="1600" kern="1200" dirty="0" err="1"/>
            <a:t>rseat</a:t>
          </a:r>
          <a:r>
            <a:rPr lang="it-IT" sz="1600" kern="1200" dirty="0"/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BASSO</a:t>
          </a:r>
          <a:r>
            <a:rPr lang="it-IT" sz="1600" kern="1200" dirty="0"/>
            <a:t> </a:t>
          </a:r>
          <a:br>
            <a:rPr lang="it-IT" sz="1600" kern="1200" dirty="0"/>
          </a:br>
          <a:endParaRPr lang="it-IT" sz="1600" kern="1200" dirty="0"/>
        </a:p>
      </dsp:txBody>
      <dsp:txXfrm>
        <a:off x="2712" y="8565"/>
        <a:ext cx="2151660" cy="1290996"/>
      </dsp:txXfrm>
    </dsp:sp>
    <dsp:sp modelId="{45F0D007-B982-4B77-93DE-AA1548516C02}">
      <dsp:nvSpPr>
        <dsp:cNvPr id="0" name=""/>
        <dsp:cNvSpPr/>
      </dsp:nvSpPr>
      <dsp:spPr>
        <a:xfrm>
          <a:off x="2369538" y="8565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Spazio sopra la testa (</a:t>
          </a:r>
          <a:r>
            <a:rPr lang="it-IT" sz="1600" kern="1200" dirty="0" err="1"/>
            <a:t>hroom</a:t>
          </a:r>
          <a:r>
            <a:rPr lang="it-IT" sz="1600" kern="1200" dirty="0"/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BASSO</a:t>
          </a:r>
          <a:endParaRPr lang="it-IT" sz="1600" kern="1200" dirty="0"/>
        </a:p>
      </dsp:txBody>
      <dsp:txXfrm>
        <a:off x="2369538" y="8565"/>
        <a:ext cx="2151660" cy="1290996"/>
      </dsp:txXfrm>
    </dsp:sp>
    <dsp:sp modelId="{DA9BB7E9-82F7-4776-B632-48D86CD41B5E}">
      <dsp:nvSpPr>
        <dsp:cNvPr id="0" name=""/>
        <dsp:cNvSpPr/>
      </dsp:nvSpPr>
      <dsp:spPr>
        <a:xfrm>
          <a:off x="4736365" y="8565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Capienza bagagliaio (</a:t>
          </a:r>
          <a:r>
            <a:rPr lang="it-IT" sz="1600" kern="1200" dirty="0" err="1"/>
            <a:t>trunk</a:t>
          </a:r>
          <a:r>
            <a:rPr lang="it-IT" sz="1600" kern="1200" dirty="0"/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BASSA</a:t>
          </a:r>
          <a:endParaRPr lang="it-IT" sz="1600" kern="1200" dirty="0"/>
        </a:p>
      </dsp:txBody>
      <dsp:txXfrm>
        <a:off x="4736365" y="8565"/>
        <a:ext cx="2151660" cy="1290996"/>
      </dsp:txXfrm>
    </dsp:sp>
    <dsp:sp modelId="{AC2232A9-83BB-4697-90D1-FA3CF3115E73}">
      <dsp:nvSpPr>
        <dsp:cNvPr id="0" name=""/>
        <dsp:cNvSpPr/>
      </dsp:nvSpPr>
      <dsp:spPr>
        <a:xfrm>
          <a:off x="7103191" y="8565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Peso (weight):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BASSO</a:t>
          </a:r>
          <a:endParaRPr lang="it-IT" sz="1600" kern="1200" dirty="0"/>
        </a:p>
      </dsp:txBody>
      <dsp:txXfrm>
        <a:off x="7103191" y="8565"/>
        <a:ext cx="2151660" cy="1290996"/>
      </dsp:txXfrm>
    </dsp:sp>
    <dsp:sp modelId="{9418D894-483D-40E1-BE28-AA8C801AED06}">
      <dsp:nvSpPr>
        <dsp:cNvPr id="0" name=""/>
        <dsp:cNvSpPr/>
      </dsp:nvSpPr>
      <dsp:spPr>
        <a:xfrm>
          <a:off x="2712" y="1514727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Lunghezza (</a:t>
          </a:r>
          <a:r>
            <a:rPr lang="it-IT" sz="1600" kern="1200" dirty="0" err="1"/>
            <a:t>length</a:t>
          </a:r>
          <a:r>
            <a:rPr lang="it-IT" sz="1600" kern="1200" dirty="0"/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BASSA</a:t>
          </a:r>
          <a:endParaRPr lang="it-IT" sz="1600" kern="1200" dirty="0"/>
        </a:p>
      </dsp:txBody>
      <dsp:txXfrm>
        <a:off x="2712" y="1514727"/>
        <a:ext cx="2151660" cy="1290996"/>
      </dsp:txXfrm>
    </dsp:sp>
    <dsp:sp modelId="{1CF97586-AF3A-40ED-B247-2FABAA3482F8}">
      <dsp:nvSpPr>
        <dsp:cNvPr id="0" name=""/>
        <dsp:cNvSpPr/>
      </dsp:nvSpPr>
      <dsp:spPr>
        <a:xfrm>
          <a:off x="2369538" y="1514727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Raggio</a:t>
          </a:r>
          <a:r>
            <a:rPr lang="it-IT" sz="1600" kern="1200" baseline="0" dirty="0"/>
            <a:t> di sterzata (turn):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BASSO</a:t>
          </a:r>
          <a:endParaRPr lang="it-IT" sz="1600" kern="1200" dirty="0"/>
        </a:p>
      </dsp:txBody>
      <dsp:txXfrm>
        <a:off x="2369538" y="1514727"/>
        <a:ext cx="2151660" cy="1290996"/>
      </dsp:txXfrm>
    </dsp:sp>
    <dsp:sp modelId="{EF779B90-625E-493C-BA7F-DEDF33E670C4}">
      <dsp:nvSpPr>
        <dsp:cNvPr id="0" name=""/>
        <dsp:cNvSpPr/>
      </dsp:nvSpPr>
      <dsp:spPr>
        <a:xfrm>
          <a:off x="4736365" y="1514727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Cilindrata (</a:t>
          </a:r>
          <a:r>
            <a:rPr lang="it-IT" sz="1600" kern="1200" dirty="0" err="1"/>
            <a:t>displa</a:t>
          </a:r>
          <a:r>
            <a:rPr lang="it-IT" sz="1600" kern="1200" baseline="0" dirty="0"/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BASSA</a:t>
          </a:r>
          <a:endParaRPr lang="it-IT" sz="1600" kern="1200" dirty="0"/>
        </a:p>
      </dsp:txBody>
      <dsp:txXfrm>
        <a:off x="4736365" y="1514727"/>
        <a:ext cx="2151660" cy="1290996"/>
      </dsp:txXfrm>
    </dsp:sp>
    <dsp:sp modelId="{70DC72F2-57F3-459E-8623-00E7B45E9CAD}">
      <dsp:nvSpPr>
        <dsp:cNvPr id="0" name=""/>
        <dsp:cNvSpPr/>
      </dsp:nvSpPr>
      <dsp:spPr>
        <a:xfrm>
          <a:off x="7103191" y="1514727"/>
          <a:ext cx="2151660" cy="1290996"/>
        </a:xfrm>
        <a:prstGeom prst="rect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Chilometri per litro (</a:t>
          </a:r>
          <a:r>
            <a:rPr lang="it-IT" sz="1600" kern="1200" dirty="0" err="1"/>
            <a:t>mpg</a:t>
          </a:r>
          <a:r>
            <a:rPr lang="it-IT" sz="1600" kern="1200" dirty="0"/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ALTO</a:t>
          </a:r>
        </a:p>
      </dsp:txBody>
      <dsp:txXfrm>
        <a:off x="7103191" y="1514727"/>
        <a:ext cx="2151660" cy="1290996"/>
      </dsp:txXfrm>
    </dsp:sp>
    <dsp:sp modelId="{708F018F-7646-4E8B-9377-7CB829FE5AC9}">
      <dsp:nvSpPr>
        <dsp:cNvPr id="0" name=""/>
        <dsp:cNvSpPr/>
      </dsp:nvSpPr>
      <dsp:spPr>
        <a:xfrm>
          <a:off x="1186125" y="3020890"/>
          <a:ext cx="2151660" cy="1290996"/>
        </a:xfrm>
        <a:prstGeom prst="rect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Rapporto di trasmissione (</a:t>
          </a:r>
          <a:r>
            <a:rPr lang="it-IT" sz="1600" kern="1200" dirty="0" err="1"/>
            <a:t>gratio</a:t>
          </a:r>
          <a:r>
            <a:rPr lang="it-IT" sz="1600" kern="1200" dirty="0"/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ALTO</a:t>
          </a:r>
          <a:br>
            <a:rPr lang="it-IT" sz="1600" kern="1200" dirty="0"/>
          </a:br>
          <a:endParaRPr lang="it-IT" sz="1600" kern="1200" dirty="0"/>
        </a:p>
      </dsp:txBody>
      <dsp:txXfrm>
        <a:off x="1186125" y="3020890"/>
        <a:ext cx="2151660" cy="1290996"/>
      </dsp:txXfrm>
    </dsp:sp>
    <dsp:sp modelId="{8B1F8595-090A-43E8-86D9-EEA3A6CD562E}">
      <dsp:nvSpPr>
        <dsp:cNvPr id="0" name=""/>
        <dsp:cNvSpPr/>
      </dsp:nvSpPr>
      <dsp:spPr>
        <a:xfrm>
          <a:off x="3552951" y="3020890"/>
          <a:ext cx="2151660" cy="1290996"/>
        </a:xfrm>
        <a:prstGeom prst="rect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Origine (</a:t>
          </a:r>
          <a:r>
            <a:rPr lang="it-IT" sz="2000" kern="1200" dirty="0" err="1"/>
            <a:t>origin</a:t>
          </a:r>
          <a:r>
            <a:rPr lang="it-IT" sz="2000" kern="1200" dirty="0"/>
            <a:t>):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 dirty="0"/>
            <a:t>J</a:t>
          </a:r>
        </a:p>
      </dsp:txBody>
      <dsp:txXfrm>
        <a:off x="3552951" y="3020890"/>
        <a:ext cx="2151660" cy="1290996"/>
      </dsp:txXfrm>
    </dsp:sp>
    <dsp:sp modelId="{5E551042-781D-450E-91DB-31CDEAE8CB3D}">
      <dsp:nvSpPr>
        <dsp:cNvPr id="0" name=""/>
        <dsp:cNvSpPr/>
      </dsp:nvSpPr>
      <dsp:spPr>
        <a:xfrm>
          <a:off x="5919778" y="3020890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Price (prezzo):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BASSO</a:t>
          </a:r>
        </a:p>
      </dsp:txBody>
      <dsp:txXfrm>
        <a:off x="5919778" y="3020890"/>
        <a:ext cx="2151660" cy="129099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07D7B0-4492-4FA8-B949-8A46E78EC41D}">
      <dsp:nvSpPr>
        <dsp:cNvPr id="0" name=""/>
        <dsp:cNvSpPr/>
      </dsp:nvSpPr>
      <dsp:spPr>
        <a:xfrm>
          <a:off x="2712" y="8565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Distanza tra gli schienali del sedile davanti e del sedile dietro (</a:t>
          </a:r>
          <a:r>
            <a:rPr lang="it-IT" sz="1600" kern="1200" dirty="0" err="1"/>
            <a:t>rseat</a:t>
          </a:r>
          <a:r>
            <a:rPr lang="it-IT" sz="1600" kern="1200" dirty="0"/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BASSO</a:t>
          </a:r>
          <a:r>
            <a:rPr lang="it-IT" sz="1600" kern="1200" dirty="0"/>
            <a:t> </a:t>
          </a:r>
          <a:br>
            <a:rPr lang="it-IT" sz="1600" kern="1200" dirty="0"/>
          </a:br>
          <a:endParaRPr lang="it-IT" sz="1600" kern="1200" dirty="0"/>
        </a:p>
      </dsp:txBody>
      <dsp:txXfrm>
        <a:off x="2712" y="8565"/>
        <a:ext cx="2151660" cy="1290996"/>
      </dsp:txXfrm>
    </dsp:sp>
    <dsp:sp modelId="{45F0D007-B982-4B77-93DE-AA1548516C02}">
      <dsp:nvSpPr>
        <dsp:cNvPr id="0" name=""/>
        <dsp:cNvSpPr/>
      </dsp:nvSpPr>
      <dsp:spPr>
        <a:xfrm>
          <a:off x="2369538" y="8565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Spazio sopra la testa (</a:t>
          </a:r>
          <a:r>
            <a:rPr lang="it-IT" sz="1600" kern="1200" dirty="0" err="1"/>
            <a:t>hroom</a:t>
          </a:r>
          <a:r>
            <a:rPr lang="it-IT" sz="1600" kern="1200" dirty="0"/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BASSO</a:t>
          </a:r>
          <a:endParaRPr lang="it-IT" sz="1600" kern="1200" dirty="0"/>
        </a:p>
      </dsp:txBody>
      <dsp:txXfrm>
        <a:off x="2369538" y="8565"/>
        <a:ext cx="2151660" cy="1290996"/>
      </dsp:txXfrm>
    </dsp:sp>
    <dsp:sp modelId="{DA9BB7E9-82F7-4776-B632-48D86CD41B5E}">
      <dsp:nvSpPr>
        <dsp:cNvPr id="0" name=""/>
        <dsp:cNvSpPr/>
      </dsp:nvSpPr>
      <dsp:spPr>
        <a:xfrm>
          <a:off x="4736365" y="8565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Capienza bagagliaio (</a:t>
          </a:r>
          <a:r>
            <a:rPr lang="it-IT" sz="1600" kern="1200" dirty="0" err="1"/>
            <a:t>trunk</a:t>
          </a:r>
          <a:r>
            <a:rPr lang="it-IT" sz="1600" kern="1200" dirty="0"/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BASSA</a:t>
          </a:r>
          <a:endParaRPr lang="it-IT" sz="1600" kern="1200" dirty="0"/>
        </a:p>
      </dsp:txBody>
      <dsp:txXfrm>
        <a:off x="4736365" y="8565"/>
        <a:ext cx="2151660" cy="1290996"/>
      </dsp:txXfrm>
    </dsp:sp>
    <dsp:sp modelId="{AC2232A9-83BB-4697-90D1-FA3CF3115E73}">
      <dsp:nvSpPr>
        <dsp:cNvPr id="0" name=""/>
        <dsp:cNvSpPr/>
      </dsp:nvSpPr>
      <dsp:spPr>
        <a:xfrm>
          <a:off x="7103191" y="8565"/>
          <a:ext cx="2151660" cy="1290996"/>
        </a:xfrm>
        <a:prstGeom prst="rect">
          <a:avLst/>
        </a:prstGeom>
        <a:solidFill>
          <a:srgbClr val="FDF959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>
              <a:solidFill>
                <a:schemeClr val="tx1"/>
              </a:solidFill>
            </a:rPr>
            <a:t>Peso (weight):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solidFill>
                <a:schemeClr val="tx1"/>
              </a:solidFill>
            </a:rPr>
            <a:t>MEDIO</a:t>
          </a:r>
          <a:endParaRPr lang="it-IT" sz="1600" kern="1200" dirty="0">
            <a:solidFill>
              <a:schemeClr val="tx1"/>
            </a:solidFill>
          </a:endParaRPr>
        </a:p>
      </dsp:txBody>
      <dsp:txXfrm>
        <a:off x="7103191" y="8565"/>
        <a:ext cx="2151660" cy="1290996"/>
      </dsp:txXfrm>
    </dsp:sp>
    <dsp:sp modelId="{9418D894-483D-40E1-BE28-AA8C801AED06}">
      <dsp:nvSpPr>
        <dsp:cNvPr id="0" name=""/>
        <dsp:cNvSpPr/>
      </dsp:nvSpPr>
      <dsp:spPr>
        <a:xfrm>
          <a:off x="2712" y="1514727"/>
          <a:ext cx="2151660" cy="1290996"/>
        </a:xfrm>
        <a:prstGeom prst="rect">
          <a:avLst/>
        </a:prstGeom>
        <a:solidFill>
          <a:srgbClr val="FDF959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>
              <a:solidFill>
                <a:schemeClr val="tx1"/>
              </a:solidFill>
            </a:rPr>
            <a:t>Lunghezza (</a:t>
          </a:r>
          <a:r>
            <a:rPr lang="it-IT" sz="1600" kern="1200" dirty="0" err="1">
              <a:solidFill>
                <a:schemeClr val="tx1"/>
              </a:solidFill>
            </a:rPr>
            <a:t>length</a:t>
          </a:r>
          <a:r>
            <a:rPr lang="it-IT" sz="1600" kern="1200" dirty="0">
              <a:solidFill>
                <a:schemeClr val="tx1"/>
              </a:solidFill>
            </a:rPr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solidFill>
                <a:schemeClr val="tx1"/>
              </a:solidFill>
            </a:rPr>
            <a:t>MEDIA</a:t>
          </a:r>
          <a:endParaRPr lang="it-IT" sz="1600" kern="1200" dirty="0">
            <a:solidFill>
              <a:schemeClr val="tx1"/>
            </a:solidFill>
          </a:endParaRPr>
        </a:p>
      </dsp:txBody>
      <dsp:txXfrm>
        <a:off x="2712" y="1514727"/>
        <a:ext cx="2151660" cy="1290996"/>
      </dsp:txXfrm>
    </dsp:sp>
    <dsp:sp modelId="{1CF97586-AF3A-40ED-B247-2FABAA3482F8}">
      <dsp:nvSpPr>
        <dsp:cNvPr id="0" name=""/>
        <dsp:cNvSpPr/>
      </dsp:nvSpPr>
      <dsp:spPr>
        <a:xfrm>
          <a:off x="2369538" y="1514727"/>
          <a:ext cx="2151660" cy="1290996"/>
        </a:xfrm>
        <a:prstGeom prst="rect">
          <a:avLst/>
        </a:prstGeom>
        <a:solidFill>
          <a:srgbClr val="FDF959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>
              <a:solidFill>
                <a:schemeClr val="tx1"/>
              </a:solidFill>
            </a:rPr>
            <a:t>Raggio</a:t>
          </a:r>
          <a:r>
            <a:rPr lang="it-IT" sz="1600" kern="1200" baseline="0" dirty="0">
              <a:solidFill>
                <a:schemeClr val="tx1"/>
              </a:solidFill>
            </a:rPr>
            <a:t> di sterzata (turn):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solidFill>
                <a:schemeClr val="tx1"/>
              </a:solidFill>
            </a:rPr>
            <a:t>MEDIO</a:t>
          </a:r>
          <a:endParaRPr lang="it-IT" sz="1600" kern="1200" dirty="0">
            <a:solidFill>
              <a:schemeClr val="tx1"/>
            </a:solidFill>
          </a:endParaRPr>
        </a:p>
      </dsp:txBody>
      <dsp:txXfrm>
        <a:off x="2369538" y="1514727"/>
        <a:ext cx="2151660" cy="1290996"/>
      </dsp:txXfrm>
    </dsp:sp>
    <dsp:sp modelId="{EF779B90-625E-493C-BA7F-DEDF33E670C4}">
      <dsp:nvSpPr>
        <dsp:cNvPr id="0" name=""/>
        <dsp:cNvSpPr/>
      </dsp:nvSpPr>
      <dsp:spPr>
        <a:xfrm>
          <a:off x="4736365" y="1514727"/>
          <a:ext cx="2151660" cy="1290996"/>
        </a:xfrm>
        <a:prstGeom prst="rect">
          <a:avLst/>
        </a:prstGeom>
        <a:solidFill>
          <a:srgbClr val="FDF959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>
              <a:solidFill>
                <a:schemeClr val="tx1"/>
              </a:solidFill>
            </a:rPr>
            <a:t>Cilindrata (</a:t>
          </a:r>
          <a:r>
            <a:rPr lang="it-IT" sz="1600" kern="1200" dirty="0" err="1">
              <a:solidFill>
                <a:schemeClr val="tx1"/>
              </a:solidFill>
            </a:rPr>
            <a:t>displa</a:t>
          </a:r>
          <a:r>
            <a:rPr lang="it-IT" sz="1600" kern="1200" baseline="0" dirty="0">
              <a:solidFill>
                <a:schemeClr val="tx1"/>
              </a:solidFill>
            </a:rPr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solidFill>
                <a:schemeClr val="tx1"/>
              </a:solidFill>
            </a:rPr>
            <a:t>MEDIA</a:t>
          </a:r>
          <a:endParaRPr lang="it-IT" sz="1600" kern="1200" dirty="0">
            <a:solidFill>
              <a:schemeClr val="tx1"/>
            </a:solidFill>
          </a:endParaRPr>
        </a:p>
      </dsp:txBody>
      <dsp:txXfrm>
        <a:off x="4736365" y="1514727"/>
        <a:ext cx="2151660" cy="1290996"/>
      </dsp:txXfrm>
    </dsp:sp>
    <dsp:sp modelId="{70DC72F2-57F3-459E-8623-00E7B45E9CAD}">
      <dsp:nvSpPr>
        <dsp:cNvPr id="0" name=""/>
        <dsp:cNvSpPr/>
      </dsp:nvSpPr>
      <dsp:spPr>
        <a:xfrm>
          <a:off x="7103191" y="1514727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Chilometri per litro (</a:t>
          </a:r>
          <a:r>
            <a:rPr lang="it-IT" sz="1600" kern="1200" dirty="0" err="1"/>
            <a:t>mpg</a:t>
          </a:r>
          <a:r>
            <a:rPr lang="it-IT" sz="1600" kern="1200" dirty="0"/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BASSO</a:t>
          </a:r>
        </a:p>
      </dsp:txBody>
      <dsp:txXfrm>
        <a:off x="7103191" y="1514727"/>
        <a:ext cx="2151660" cy="1290996"/>
      </dsp:txXfrm>
    </dsp:sp>
    <dsp:sp modelId="{708F018F-7646-4E8B-9377-7CB829FE5AC9}">
      <dsp:nvSpPr>
        <dsp:cNvPr id="0" name=""/>
        <dsp:cNvSpPr/>
      </dsp:nvSpPr>
      <dsp:spPr>
        <a:xfrm>
          <a:off x="1186125" y="3020890"/>
          <a:ext cx="2151660" cy="1290996"/>
        </a:xfrm>
        <a:prstGeom prst="rect">
          <a:avLst/>
        </a:prstGeom>
        <a:solidFill>
          <a:srgbClr val="FDF959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>
              <a:solidFill>
                <a:schemeClr val="tx1"/>
              </a:solidFill>
            </a:rPr>
            <a:t>Rapporto di trasmissione (</a:t>
          </a:r>
          <a:r>
            <a:rPr lang="it-IT" sz="1600" kern="1200" dirty="0" err="1">
              <a:solidFill>
                <a:schemeClr val="tx1"/>
              </a:solidFill>
            </a:rPr>
            <a:t>gratio</a:t>
          </a:r>
          <a:r>
            <a:rPr lang="it-IT" sz="1600" kern="1200" dirty="0">
              <a:solidFill>
                <a:schemeClr val="tx1"/>
              </a:solidFill>
            </a:rPr>
            <a:t>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solidFill>
                <a:schemeClr val="tx1"/>
              </a:solidFill>
            </a:rPr>
            <a:t>MEDIO</a:t>
          </a:r>
          <a:br>
            <a:rPr lang="it-IT" sz="1600" kern="1200" dirty="0">
              <a:solidFill>
                <a:schemeClr val="tx1"/>
              </a:solidFill>
            </a:rPr>
          </a:br>
          <a:endParaRPr lang="it-IT" sz="1600" kern="1200" dirty="0">
            <a:solidFill>
              <a:schemeClr val="tx1"/>
            </a:solidFill>
          </a:endParaRPr>
        </a:p>
      </dsp:txBody>
      <dsp:txXfrm>
        <a:off x="1186125" y="3020890"/>
        <a:ext cx="2151660" cy="1290996"/>
      </dsp:txXfrm>
    </dsp:sp>
    <dsp:sp modelId="{8B1F8595-090A-43E8-86D9-EEA3A6CD562E}">
      <dsp:nvSpPr>
        <dsp:cNvPr id="0" name=""/>
        <dsp:cNvSpPr/>
      </dsp:nvSpPr>
      <dsp:spPr>
        <a:xfrm>
          <a:off x="3552951" y="3020890"/>
          <a:ext cx="2151660" cy="1290996"/>
        </a:xfrm>
        <a:prstGeom prst="rect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Origine (</a:t>
          </a:r>
          <a:r>
            <a:rPr lang="it-IT" sz="2000" kern="1200" dirty="0" err="1"/>
            <a:t>origin</a:t>
          </a:r>
          <a:r>
            <a:rPr lang="it-IT" sz="2000" kern="1200" dirty="0"/>
            <a:t>):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 dirty="0"/>
            <a:t>A</a:t>
          </a:r>
        </a:p>
      </dsp:txBody>
      <dsp:txXfrm>
        <a:off x="3552951" y="3020890"/>
        <a:ext cx="2151660" cy="1290996"/>
      </dsp:txXfrm>
    </dsp:sp>
    <dsp:sp modelId="{5E551042-781D-450E-91DB-31CDEAE8CB3D}">
      <dsp:nvSpPr>
        <dsp:cNvPr id="0" name=""/>
        <dsp:cNvSpPr/>
      </dsp:nvSpPr>
      <dsp:spPr>
        <a:xfrm>
          <a:off x="5919778" y="3020890"/>
          <a:ext cx="2151660" cy="1290996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Price (prezzo):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/>
            <a:t>BASSO</a:t>
          </a:r>
        </a:p>
      </dsp:txBody>
      <dsp:txXfrm>
        <a:off x="5919778" y="3020890"/>
        <a:ext cx="2151660" cy="129099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074D6-AD03-4ABF-BAA7-DEEB386AFC9B}">
      <dsp:nvSpPr>
        <dsp:cNvPr id="0" name=""/>
        <dsp:cNvSpPr/>
      </dsp:nvSpPr>
      <dsp:spPr>
        <a:xfrm rot="5400000">
          <a:off x="3585918" y="194556"/>
          <a:ext cx="2108370" cy="193836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solidFill>
                <a:schemeClr val="tx1"/>
              </a:solidFill>
            </a:rPr>
            <a:t>Attributi fisici simili</a:t>
          </a:r>
        </a:p>
      </dsp:txBody>
      <dsp:txXfrm rot="-5400000">
        <a:off x="3980956" y="446783"/>
        <a:ext cx="1318293" cy="1433914"/>
      </dsp:txXfrm>
    </dsp:sp>
    <dsp:sp modelId="{986F5818-39D9-4337-A2FA-87781FACD27D}">
      <dsp:nvSpPr>
        <dsp:cNvPr id="0" name=""/>
        <dsp:cNvSpPr/>
      </dsp:nvSpPr>
      <dsp:spPr>
        <a:xfrm>
          <a:off x="5126943" y="574540"/>
          <a:ext cx="1788805" cy="961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8F6A7A-4CEF-4ACF-8104-B8F7D25E0DBC}">
      <dsp:nvSpPr>
        <dsp:cNvPr id="0" name=""/>
        <dsp:cNvSpPr/>
      </dsp:nvSpPr>
      <dsp:spPr>
        <a:xfrm rot="5400000">
          <a:off x="1513469" y="206593"/>
          <a:ext cx="2108370" cy="193836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4000" kern="1200">
            <a:solidFill>
              <a:schemeClr val="tx1"/>
            </a:solidFill>
          </a:endParaRPr>
        </a:p>
      </dsp:txBody>
      <dsp:txXfrm rot="-5400000">
        <a:off x="1908507" y="458820"/>
        <a:ext cx="1318293" cy="1433914"/>
      </dsp:txXfrm>
    </dsp:sp>
    <dsp:sp modelId="{5597807D-0277-4CD6-BAB0-9C99ABEC754D}">
      <dsp:nvSpPr>
        <dsp:cNvPr id="0" name=""/>
        <dsp:cNvSpPr/>
      </dsp:nvSpPr>
      <dsp:spPr>
        <a:xfrm rot="5400000">
          <a:off x="2530005" y="1940196"/>
          <a:ext cx="2108370" cy="193836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solidFill>
                <a:schemeClr val="tx1"/>
              </a:solidFill>
            </a:rPr>
            <a:t>Differenza di origine</a:t>
          </a:r>
        </a:p>
      </dsp:txBody>
      <dsp:txXfrm rot="-5400000">
        <a:off x="2925043" y="2192423"/>
        <a:ext cx="1318293" cy="1433914"/>
      </dsp:txXfrm>
    </dsp:sp>
    <dsp:sp modelId="{67B8B6E5-EF0B-4104-B220-548671C3CBDC}">
      <dsp:nvSpPr>
        <dsp:cNvPr id="0" name=""/>
        <dsp:cNvSpPr/>
      </dsp:nvSpPr>
      <dsp:spPr>
        <a:xfrm>
          <a:off x="0" y="3677640"/>
          <a:ext cx="1731102" cy="961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380F17-2B3C-4606-A1D0-12A49AD4DA26}">
      <dsp:nvSpPr>
        <dsp:cNvPr id="0" name=""/>
        <dsp:cNvSpPr/>
      </dsp:nvSpPr>
      <dsp:spPr>
        <a:xfrm rot="5400000">
          <a:off x="4563854" y="1940196"/>
          <a:ext cx="2108370" cy="193836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4000" kern="1200">
            <a:solidFill>
              <a:schemeClr val="tx1"/>
            </a:solidFill>
          </a:endParaRPr>
        </a:p>
      </dsp:txBody>
      <dsp:txXfrm rot="-5400000">
        <a:off x="4958892" y="2192423"/>
        <a:ext cx="1318293" cy="1433914"/>
      </dsp:txXfrm>
    </dsp:sp>
    <dsp:sp modelId="{FD8D2F9E-B855-40E1-8964-E7D20F4AD9A8}">
      <dsp:nvSpPr>
        <dsp:cNvPr id="0" name=""/>
        <dsp:cNvSpPr/>
      </dsp:nvSpPr>
      <dsp:spPr>
        <a:xfrm rot="5400000">
          <a:off x="3525731" y="3662979"/>
          <a:ext cx="2108370" cy="193836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68580" numCol="1" spcCol="1270" anchor="ctr" anchorCtr="0">
          <a:noAutofit/>
        </a:bodyPr>
        <a:lstStyle/>
        <a:p>
          <a:pPr marL="0" lvl="0" indent="0" algn="ctr" defTabSz="179388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/>
          </a:pPr>
          <a:r>
            <a:rPr lang="it-IT" sz="1800" kern="1200" dirty="0">
              <a:solidFill>
                <a:schemeClr val="tx1"/>
              </a:solidFill>
            </a:rPr>
            <a:t>Prezzo simile; differenza nella cilindrata e nel consumo</a:t>
          </a:r>
        </a:p>
      </dsp:txBody>
      <dsp:txXfrm rot="-5400000">
        <a:off x="3920769" y="3915206"/>
        <a:ext cx="1318293" cy="1433914"/>
      </dsp:txXfrm>
    </dsp:sp>
    <dsp:sp modelId="{4C27DF93-BE1D-44E1-96B5-0F6B0AEDD115}">
      <dsp:nvSpPr>
        <dsp:cNvPr id="0" name=""/>
        <dsp:cNvSpPr/>
      </dsp:nvSpPr>
      <dsp:spPr>
        <a:xfrm>
          <a:off x="5126943" y="4306572"/>
          <a:ext cx="1788805" cy="961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D74C16-28F4-4BAF-ACE5-035470FA47BD}">
      <dsp:nvSpPr>
        <dsp:cNvPr id="0" name=""/>
        <dsp:cNvSpPr/>
      </dsp:nvSpPr>
      <dsp:spPr>
        <a:xfrm rot="5400000">
          <a:off x="1503066" y="3649724"/>
          <a:ext cx="2108370" cy="193836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4000" kern="1200">
            <a:solidFill>
              <a:schemeClr val="tx1"/>
            </a:solidFill>
          </a:endParaRPr>
        </a:p>
      </dsp:txBody>
      <dsp:txXfrm rot="-5400000">
        <a:off x="1898104" y="3901951"/>
        <a:ext cx="1318293" cy="143391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CA2E8-9D5C-4774-B1E5-F36AAE667564}">
      <dsp:nvSpPr>
        <dsp:cNvPr id="0" name=""/>
        <dsp:cNvSpPr/>
      </dsp:nvSpPr>
      <dsp:spPr>
        <a:xfrm>
          <a:off x="0" y="2975"/>
          <a:ext cx="78448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3A2F2C-EF0C-426E-8C5A-8FBE7B25B404}">
      <dsp:nvSpPr>
        <dsp:cNvPr id="0" name=""/>
        <dsp:cNvSpPr/>
      </dsp:nvSpPr>
      <dsp:spPr>
        <a:xfrm>
          <a:off x="0" y="2975"/>
          <a:ext cx="2297407" cy="2029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 dirty="0"/>
            <a:t>Valori leggermente migliori</a:t>
          </a:r>
          <a:endParaRPr lang="en-US" sz="3100" kern="1200" dirty="0"/>
        </a:p>
      </dsp:txBody>
      <dsp:txXfrm>
        <a:off x="0" y="2975"/>
        <a:ext cx="2297407" cy="2029332"/>
      </dsp:txXfrm>
    </dsp:sp>
    <dsp:sp modelId="{9B876BC5-A24B-4687-A7EB-65F8F2D4468A}">
      <dsp:nvSpPr>
        <dsp:cNvPr id="0" name=""/>
        <dsp:cNvSpPr/>
      </dsp:nvSpPr>
      <dsp:spPr>
        <a:xfrm>
          <a:off x="2401405" y="34683"/>
          <a:ext cx="5442549" cy="634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16 auto aumentano di livello</a:t>
          </a:r>
          <a:endParaRPr lang="en-US" sz="2600" kern="1200" dirty="0"/>
        </a:p>
      </dsp:txBody>
      <dsp:txXfrm>
        <a:off x="2401405" y="34683"/>
        <a:ext cx="5442549" cy="634166"/>
      </dsp:txXfrm>
    </dsp:sp>
    <dsp:sp modelId="{381E4FE2-5525-4126-9456-88438387E8FB}">
      <dsp:nvSpPr>
        <dsp:cNvPr id="0" name=""/>
        <dsp:cNvSpPr/>
      </dsp:nvSpPr>
      <dsp:spPr>
        <a:xfrm>
          <a:off x="2297407" y="668850"/>
          <a:ext cx="55465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CC31A6-AC2D-41EF-A094-67641375AD21}">
      <dsp:nvSpPr>
        <dsp:cNvPr id="0" name=""/>
        <dsp:cNvSpPr/>
      </dsp:nvSpPr>
      <dsp:spPr>
        <a:xfrm>
          <a:off x="2401405" y="700558"/>
          <a:ext cx="5442549" cy="634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7 diminuiscono</a:t>
          </a:r>
          <a:endParaRPr lang="en-US" sz="2600" kern="1200" dirty="0"/>
        </a:p>
      </dsp:txBody>
      <dsp:txXfrm>
        <a:off x="2401405" y="700558"/>
        <a:ext cx="5442549" cy="634166"/>
      </dsp:txXfrm>
    </dsp:sp>
    <dsp:sp modelId="{6E930D12-275D-4719-B009-D063CBAB141A}">
      <dsp:nvSpPr>
        <dsp:cNvPr id="0" name=""/>
        <dsp:cNvSpPr/>
      </dsp:nvSpPr>
      <dsp:spPr>
        <a:xfrm>
          <a:off x="2297407" y="1334725"/>
          <a:ext cx="55465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3E1129-72BF-45CF-80A1-EDC4731D18DF}">
      <dsp:nvSpPr>
        <dsp:cNvPr id="0" name=""/>
        <dsp:cNvSpPr/>
      </dsp:nvSpPr>
      <dsp:spPr>
        <a:xfrm>
          <a:off x="2401405" y="1366433"/>
          <a:ext cx="5442549" cy="634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i restanti rimangono invariati</a:t>
          </a:r>
          <a:endParaRPr lang="en-US" sz="2600" kern="1200" dirty="0"/>
        </a:p>
      </dsp:txBody>
      <dsp:txXfrm>
        <a:off x="2401405" y="1366433"/>
        <a:ext cx="5442549" cy="634166"/>
      </dsp:txXfrm>
    </dsp:sp>
    <dsp:sp modelId="{38BD243F-9DA7-46BE-9601-62700ADD9AA2}">
      <dsp:nvSpPr>
        <dsp:cNvPr id="0" name=""/>
        <dsp:cNvSpPr/>
      </dsp:nvSpPr>
      <dsp:spPr>
        <a:xfrm>
          <a:off x="2297407" y="2000599"/>
          <a:ext cx="55465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1E1B2-F817-43F9-9FE4-1B750C27CDD2}">
      <dsp:nvSpPr>
        <dsp:cNvPr id="0" name=""/>
        <dsp:cNvSpPr/>
      </dsp:nvSpPr>
      <dsp:spPr>
        <a:xfrm>
          <a:off x="0" y="2032308"/>
          <a:ext cx="78448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B27C4-3084-4EE5-9706-1C5AE84FE814}">
      <dsp:nvSpPr>
        <dsp:cNvPr id="0" name=""/>
        <dsp:cNvSpPr/>
      </dsp:nvSpPr>
      <dsp:spPr>
        <a:xfrm>
          <a:off x="0" y="2032308"/>
          <a:ext cx="7844840" cy="2029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 dirty="0"/>
            <a:t>Aumentano i valori delle variabili </a:t>
          </a:r>
          <a:r>
            <a:rPr lang="it-IT" sz="3100" kern="1200" dirty="0" err="1"/>
            <a:t>gratio</a:t>
          </a:r>
          <a:r>
            <a:rPr lang="it-IT" sz="3100" kern="1200" dirty="0"/>
            <a:t>, </a:t>
          </a:r>
          <a:r>
            <a:rPr lang="it-IT" sz="3100" kern="1200" dirty="0" err="1"/>
            <a:t>trunk</a:t>
          </a:r>
          <a:r>
            <a:rPr lang="it-IT" sz="3100" kern="1200" dirty="0"/>
            <a:t>, </a:t>
          </a:r>
          <a:r>
            <a:rPr lang="it-IT" sz="3100" kern="1200" dirty="0" err="1"/>
            <a:t>mpg</a:t>
          </a:r>
          <a:r>
            <a:rPr lang="it-IT" sz="3100" kern="1200" dirty="0"/>
            <a:t> nelle auto con livelli alti </a:t>
          </a:r>
          <a:endParaRPr lang="en-US" sz="3100" kern="1200" dirty="0"/>
        </a:p>
      </dsp:txBody>
      <dsp:txXfrm>
        <a:off x="0" y="2032308"/>
        <a:ext cx="7844840" cy="2029332"/>
      </dsp:txXfrm>
    </dsp:sp>
    <dsp:sp modelId="{3773A254-5B5A-489A-B034-24ED7F44B287}">
      <dsp:nvSpPr>
        <dsp:cNvPr id="0" name=""/>
        <dsp:cNvSpPr/>
      </dsp:nvSpPr>
      <dsp:spPr>
        <a:xfrm>
          <a:off x="0" y="4061640"/>
          <a:ext cx="78448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9F0E2F-241D-433F-896D-B9BBEE1E7E38}">
      <dsp:nvSpPr>
        <dsp:cNvPr id="0" name=""/>
        <dsp:cNvSpPr/>
      </dsp:nvSpPr>
      <dsp:spPr>
        <a:xfrm>
          <a:off x="0" y="4061640"/>
          <a:ext cx="2590421" cy="2029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 dirty="0"/>
            <a:t>Nelle auto con livello basso si hanno</a:t>
          </a:r>
          <a:endParaRPr lang="en-US" sz="3100" kern="1200" dirty="0"/>
        </a:p>
      </dsp:txBody>
      <dsp:txXfrm>
        <a:off x="0" y="4061640"/>
        <a:ext cx="2590421" cy="2029332"/>
      </dsp:txXfrm>
    </dsp:sp>
    <dsp:sp modelId="{63C3439F-9E9E-4762-A8B8-4C323159CB11}">
      <dsp:nvSpPr>
        <dsp:cNvPr id="0" name=""/>
        <dsp:cNvSpPr/>
      </dsp:nvSpPr>
      <dsp:spPr>
        <a:xfrm>
          <a:off x="2688788" y="4108806"/>
          <a:ext cx="5147869" cy="943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valori inferiori per le variabili </a:t>
          </a:r>
          <a:r>
            <a:rPr lang="it-IT" sz="2600" kern="1200" dirty="0" err="1"/>
            <a:t>hroom</a:t>
          </a:r>
          <a:r>
            <a:rPr lang="it-IT" sz="2600" kern="1200" dirty="0"/>
            <a:t> e </a:t>
          </a:r>
          <a:r>
            <a:rPr lang="it-IT" sz="2600" kern="1200" dirty="0" err="1"/>
            <a:t>trunk</a:t>
          </a:r>
          <a:endParaRPr lang="en-US" sz="2600" kern="1200" dirty="0"/>
        </a:p>
      </dsp:txBody>
      <dsp:txXfrm>
        <a:off x="2688788" y="4108806"/>
        <a:ext cx="5147869" cy="943322"/>
      </dsp:txXfrm>
    </dsp:sp>
    <dsp:sp modelId="{D8035D8A-2039-4F41-9D70-FCB06B975417}">
      <dsp:nvSpPr>
        <dsp:cNvPr id="0" name=""/>
        <dsp:cNvSpPr/>
      </dsp:nvSpPr>
      <dsp:spPr>
        <a:xfrm>
          <a:off x="2590421" y="5052129"/>
          <a:ext cx="52462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5166DC-F5AD-4577-9431-887C621F93B1}">
      <dsp:nvSpPr>
        <dsp:cNvPr id="0" name=""/>
        <dsp:cNvSpPr/>
      </dsp:nvSpPr>
      <dsp:spPr>
        <a:xfrm>
          <a:off x="2688788" y="5099295"/>
          <a:ext cx="5147869" cy="943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valori più alti per </a:t>
          </a:r>
          <a:r>
            <a:rPr lang="it-IT" sz="2600" kern="1200" dirty="0" err="1"/>
            <a:t>length</a:t>
          </a:r>
          <a:r>
            <a:rPr lang="it-IT" sz="2600" kern="1200" dirty="0"/>
            <a:t> e turn</a:t>
          </a:r>
          <a:endParaRPr lang="en-US" sz="2600" kern="1200" dirty="0"/>
        </a:p>
      </dsp:txBody>
      <dsp:txXfrm>
        <a:off x="2688788" y="5099295"/>
        <a:ext cx="5147869" cy="943322"/>
      </dsp:txXfrm>
    </dsp:sp>
    <dsp:sp modelId="{577DD72A-2255-4301-BE37-2B70ABF8478D}">
      <dsp:nvSpPr>
        <dsp:cNvPr id="0" name=""/>
        <dsp:cNvSpPr/>
      </dsp:nvSpPr>
      <dsp:spPr>
        <a:xfrm>
          <a:off x="2590421" y="6042618"/>
          <a:ext cx="52462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C959A3A0-F528-430E-A651-97540346F0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A6C5DE1-CDBB-4B0E-91F1-DD1E072E1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F2190-5BC1-4930-8793-606965660512}" type="datetimeFigureOut">
              <a:rPr lang="it-IT" smtClean="0"/>
              <a:t>14/12/2021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F5FD296-6E59-486A-89C8-5FB2774667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Esame Laboratorio di Programmazione per la Statistica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645BDBA-47D9-490F-AC62-D1EE8826EA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DAC63-E1B4-4571-BB05-21A155B9BAA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75394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ACE52-C9D0-44E8-B334-6AC0791D09C0}" type="datetimeFigureOut">
              <a:rPr lang="it-IT" smtClean="0"/>
              <a:t>14/12/2021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Esame Laboratorio di Programmazione per la Statistica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FFAE4-3350-4836-A393-1F3E43E523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720139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E66A3E-7968-4F5B-9954-DA1AA2BA8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242320C-D7D1-441F-85A8-46889B26C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D1F8AB-1555-485D-BE76-28984467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02C4-F0E8-439F-ABB4-73357D8FC03B}" type="datetime1">
              <a:rPr lang="it-IT" smtClean="0"/>
              <a:t>14/12/2021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6620C4-1810-4738-9E9E-F653B182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18E0D3-3D9E-426F-8610-3F2CB0F17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3954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192283-66C1-45F7-881C-A1D64867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777195-51FE-418A-B7E5-FC257FD98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ACDB755-4B16-4F56-95C0-7560657C4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98FE-4237-4EB4-A92A-A579A99B404E}" type="datetime1">
              <a:rPr lang="it-IT" smtClean="0"/>
              <a:t>14/12/2021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436017-EF48-4BC9-9D27-D3D1D5A8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B47156-EEFE-4727-B9CF-BCF3464B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865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9462EF-762B-4531-8BA2-01B2279A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A459D9-08D0-4BF5-B8E3-705A5201F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2B80B7-A206-47D2-8FD9-6EB2F77A1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E5FDB-675D-4F9E-831C-2A1BCC809615}" type="datetime1">
              <a:rPr lang="it-IT" smtClean="0"/>
              <a:t>14/12/2021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2F41A3-39ED-4758-9C4E-AF5CC4B25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9FB309-FCC9-4BE6-814C-331A32E15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3700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86DCBC-D6FA-4D2C-87EC-DED6248DD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4D9B00-3354-4D1E-9C70-4A8701EBE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DB3586-B3C3-422D-86E7-B79DB96DC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A370863-41DB-40E8-B488-906150EC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AC0BF-AC5B-405B-AEFC-62B21E5959B3}" type="datetime1">
              <a:rPr lang="it-IT" smtClean="0"/>
              <a:t>14/12/2021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57AA167-3BC9-4C03-A126-219C16B1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CDCC8DB-268E-496A-89F5-6D4902359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131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1D49F5-C938-4EFE-B4A2-CBD3AA1F9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43251AA-F8BE-408C-8992-2A135E0D3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D4FD0FE-54F0-4B4C-A090-FE0CFE88B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07F425D-19C0-4FE6-821F-70F2D2DD4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DC54B5D-D7DF-4A3A-AF2A-336A07675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CB3B67B-612B-447B-945D-2A4624A5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F2493-7065-4529-9742-8066C1F36C4E}" type="datetime1">
              <a:rPr lang="it-IT" smtClean="0"/>
              <a:t>14/12/2021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A9BC56C-6B65-48F7-842F-7EFD3498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CFE6A61-A610-4665-ACFB-F805FC42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4346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B6CB7D-01E6-4D1D-B510-5A5F3CC8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E020CF6-8B33-4CA7-9180-6A368315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89F94-DE4A-4926-AF73-857312B060F1}" type="datetime1">
              <a:rPr lang="it-IT" smtClean="0"/>
              <a:t>14/12/2021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BD45411-56F8-447F-9F31-7BC1DC09B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9ECD188-88C2-4224-BE87-994341EA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42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C4BC2E0-945E-4042-9C1F-4FCFA4E3B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FEEC1-3F7C-4890-BAD7-26A031ECB68D}" type="datetime1">
              <a:rPr lang="it-IT" smtClean="0"/>
              <a:t>14/12/2021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FAC1F21-6183-4DC3-97B3-A108533AA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3A30997-8FDC-4534-8DF8-35270130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149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B7379D-412E-4900-8C8D-9823057AA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C20559-5FDC-42FE-9EF4-075DAE032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6A49D12-2476-4F9C-BE28-FF1449B0F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53A4E44-2409-4F4E-9E06-5F37A844D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7B76-BF9C-483B-8D22-3F2857FBA5FE}" type="datetime1">
              <a:rPr lang="it-IT" smtClean="0"/>
              <a:t>14/12/2021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7BFF84E-F53C-48E9-BE1F-6072789FA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9260-46DF-4129-BC8B-D46E04063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8975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C7626C-2ADE-492D-8E47-18D4F7E54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3FD0ED4-7439-4094-AE6B-95C08EED5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24133A-C5FD-4187-9374-4AAA722DF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6F61D6A-A092-4A48-A70F-2C91CFBC0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7B6BA-0BDB-40E0-B1F3-A2DAF2075E0B}" type="datetime1">
              <a:rPr lang="it-IT" smtClean="0"/>
              <a:t>14/12/2021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C952319-1AFB-449F-B161-44226189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0DD073A-4A3D-48B0-931B-835C50FE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232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FEA0E-33AE-42C7-A02D-9F8ED8DF3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76ADDB7-4DA6-42CA-AF8F-33322C026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07244E-9028-4896-BD66-5E60C164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4385-D5EE-4786-8CE3-B32643E15DD0}" type="datetime1">
              <a:rPr lang="it-IT" smtClean="0"/>
              <a:t>14/12/2021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A2C4C52-3D17-4845-8E31-33843F46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C46F381-BA74-4DD1-A15A-62AE0F393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8647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BF24A67-0576-4E1A-87FD-E724E948E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DEBB6CF-C44C-47DC-853F-99E6C5758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D7025C-58CA-4541-929F-FFEAA25B0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DD352-9CDE-43E4-A10D-B7AF385366EE}" type="datetime1">
              <a:rPr lang="it-IT" smtClean="0"/>
              <a:t>14/12/2021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B3F512E-FFD5-486A-B208-5D3172F3E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FA57A9-A1BF-4589-B774-5028D9F0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3992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4AB24B4-142D-4115-B63D-3D98D696D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76013EE-859D-4E57-930D-406261CBC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544E46-5260-48C2-A229-B53E42685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82DC4-FED9-43CD-80DA-B0C60E2AC3BE}" type="datetime1">
              <a:rPr lang="it-IT" smtClean="0"/>
              <a:t>14/12/2021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4156FF-B6A3-46B7-B841-D102A2E1A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222B3A-E4AC-49FA-88EA-1A8CD827C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9E93C-7EB4-4D4E-B59C-D55A7DDFA1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3859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diagramLayout" Target="../diagrams/layout3.xml"/><Relationship Id="rId7" Type="http://schemas.openxmlformats.org/officeDocument/2006/relationships/image" Target="../media/image2.emf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9.jpg"/><Relationship Id="rId7" Type="http://schemas.openxmlformats.org/officeDocument/2006/relationships/diagramColors" Target="../diagrams/colors5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1.jpg"/><Relationship Id="rId7" Type="http://schemas.openxmlformats.org/officeDocument/2006/relationships/diagramColors" Target="../diagrams/colors6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3.jpg"/><Relationship Id="rId7" Type="http://schemas.openxmlformats.org/officeDocument/2006/relationships/diagramColors" Target="../diagrams/colors7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4.jp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21.jpg"/><Relationship Id="rId7" Type="http://schemas.openxmlformats.org/officeDocument/2006/relationships/diagramColors" Target="../diagrams/colors10.xm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1.xml"/><Relationship Id="rId3" Type="http://schemas.openxmlformats.org/officeDocument/2006/relationships/image" Target="../media/image26.jpg"/><Relationship Id="rId7" Type="http://schemas.openxmlformats.org/officeDocument/2006/relationships/diagramQuickStyle" Target="../diagrams/quickStyle11.xm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1.xml"/><Relationship Id="rId5" Type="http://schemas.openxmlformats.org/officeDocument/2006/relationships/diagramData" Target="../diagrams/data11.xml"/><Relationship Id="rId4" Type="http://schemas.openxmlformats.org/officeDocument/2006/relationships/image" Target="../media/image27.jpg"/><Relationship Id="rId9" Type="http://schemas.microsoft.com/office/2007/relationships/diagramDrawing" Target="../diagrams/drawing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2.xml"/><Relationship Id="rId3" Type="http://schemas.openxmlformats.org/officeDocument/2006/relationships/image" Target="../media/image29.jpg"/><Relationship Id="rId7" Type="http://schemas.openxmlformats.org/officeDocument/2006/relationships/diagramQuickStyle" Target="../diagrams/quickStyle12.xm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2.xml"/><Relationship Id="rId5" Type="http://schemas.openxmlformats.org/officeDocument/2006/relationships/diagramData" Target="../diagrams/data12.xml"/><Relationship Id="rId4" Type="http://schemas.openxmlformats.org/officeDocument/2006/relationships/image" Target="../media/image30.jpg"/><Relationship Id="rId9" Type="http://schemas.microsoft.com/office/2007/relationships/diagramDrawing" Target="../diagrams/drawing12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32.jpg"/><Relationship Id="rId7" Type="http://schemas.openxmlformats.org/officeDocument/2006/relationships/diagramColors" Target="../diagrams/colors13.xm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33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35.jpg"/><Relationship Id="rId7" Type="http://schemas.openxmlformats.org/officeDocument/2006/relationships/diagramColors" Target="../diagrams/colors15.xm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7A004E8-758D-43B3-8E72-9B6664218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66501"/>
            <a:ext cx="8611878" cy="3481436"/>
          </a:xfrm>
        </p:spPr>
        <p:txBody>
          <a:bodyPr anchor="ctr">
            <a:normAutofit/>
          </a:bodyPr>
          <a:lstStyle/>
          <a:p>
            <a:r>
              <a:rPr lang="it-IT" sz="5400" dirty="0">
                <a:solidFill>
                  <a:srgbClr val="FFFFFF"/>
                </a:solidFill>
              </a:rPr>
              <a:t>STATISTICS OF AUTOMOBILE MODELS</a:t>
            </a:r>
            <a:br>
              <a:rPr lang="it-IT" sz="5400" dirty="0">
                <a:solidFill>
                  <a:srgbClr val="FFFFFF"/>
                </a:solidFill>
              </a:rPr>
            </a:br>
            <a:br>
              <a:rPr lang="it-IT" sz="54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In JM Chambers et al(Eds.), Graphical Methods for Data Analysis, 1983, pages 352-355</a:t>
            </a:r>
            <a:br>
              <a:rPr lang="en-US" sz="1800" dirty="0">
                <a:solidFill>
                  <a:srgbClr val="FFFFFF"/>
                </a:solidFill>
              </a:rPr>
            </a:br>
            <a:endParaRPr lang="it-IT" sz="1800" dirty="0">
              <a:solidFill>
                <a:srgbClr val="FFFFFF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32FCB7D-B248-4112-8C95-30A0289A4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it-IT" dirty="0">
                <a:solidFill>
                  <a:srgbClr val="FFFFFF"/>
                </a:solidFill>
              </a:rPr>
              <a:t>Cerasoli Giovanni Giacomo - Ricchebono Alessandro</a:t>
            </a:r>
          </a:p>
        </p:txBody>
      </p:sp>
    </p:spTree>
    <p:extLst>
      <p:ext uri="{BB962C8B-B14F-4D97-AF65-F5344CB8AC3E}">
        <p14:creationId xmlns:p14="http://schemas.microsoft.com/office/powerpoint/2010/main" val="311002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B2C9F16-5961-4C35-902D-1CCBF05C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ctr"/>
            <a:r>
              <a:rPr lang="it-IT" sz="4000" dirty="0">
                <a:solidFill>
                  <a:srgbClr val="FFFFFF"/>
                </a:solidFill>
              </a:rPr>
              <a:t>Descrizione dataset e obiettivo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10C9D991-FB09-4108-AB49-2D23E7E33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932444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4C993A-02CC-44EB-BA31-7AED4363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437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B2C9F16-5961-4C35-902D-1CCBF05C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20" y="375601"/>
            <a:ext cx="5555372" cy="648993"/>
          </a:xfrm>
        </p:spPr>
        <p:txBody>
          <a:bodyPr anchor="b">
            <a:normAutofit/>
          </a:bodyPr>
          <a:lstStyle/>
          <a:p>
            <a:pPr algn="ctr"/>
            <a:r>
              <a:rPr lang="it-IT" sz="4000" dirty="0"/>
              <a:t>Osservazioni preliminari</a:t>
            </a:r>
          </a:p>
        </p:txBody>
      </p:sp>
      <p:pic>
        <p:nvPicPr>
          <p:cNvPr id="11" name="Segnaposto immagine 11">
            <a:extLst>
              <a:ext uri="{FF2B5EF4-FFF2-40B4-BE49-F238E27FC236}">
                <a16:creationId xmlns:a16="http://schemas.microsoft.com/office/drawing/2014/main" id="{123073EC-F440-439B-9639-1AACECC89A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9" b="-3"/>
          <a:stretch/>
        </p:blipFill>
        <p:spPr>
          <a:xfrm>
            <a:off x="6512442" y="519019"/>
            <a:ext cx="5201023" cy="5406205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10C9D991-FB09-4108-AB49-2D23E7E33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7479644"/>
              </p:ext>
            </p:extLst>
          </p:nvPr>
        </p:nvGraphicFramePr>
        <p:xfrm>
          <a:off x="358221" y="1400195"/>
          <a:ext cx="5737780" cy="4540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5D5DDF6-59C3-4F0F-BA62-C355014A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>
                <a:solidFill>
                  <a:schemeClr val="bg1"/>
                </a:solidFill>
              </a:rPr>
              <a:t>3</a:t>
            </a:fld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36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47F22ED-3A55-4EDE-A5A8-163D82B09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84EE59-3061-456B-9FB5-98A8E0E74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39326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7E07B5E-9FB5-4C91-8BE4-6167EB58D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39326" y="1410083"/>
            <a:ext cx="6858000" cy="403783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7524947-EB09-4DD9-973B-9F75BBCD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26611" y="3576013"/>
            <a:ext cx="2526132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30C8E25-2DD1-45C6-9F04-0F0CBF66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3" y="1396067"/>
            <a:ext cx="6858000" cy="40378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BC57EA3C-C239-4132-A618-5CBE9F896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8268" y="982780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C640BB0-F361-4F20-934E-086DA7E1C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82" y="456345"/>
            <a:ext cx="3111690" cy="35560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 err="1">
                <a:solidFill>
                  <a:srgbClr val="FFFFFF"/>
                </a:solidFill>
              </a:rPr>
              <a:t>Analisi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frequenze</a:t>
            </a:r>
            <a:r>
              <a:rPr lang="en-US" sz="4000" dirty="0">
                <a:solidFill>
                  <a:srgbClr val="FFFFFF"/>
                </a:solidFill>
              </a:rPr>
              <a:t> rep77 e rep78</a:t>
            </a:r>
          </a:p>
        </p:txBody>
      </p:sp>
      <p:graphicFrame>
        <p:nvGraphicFramePr>
          <p:cNvPr id="54" name="Segnaposto contenuto 2">
            <a:extLst>
              <a:ext uri="{FF2B5EF4-FFF2-40B4-BE49-F238E27FC236}">
                <a16:creationId xmlns:a16="http://schemas.microsoft.com/office/drawing/2014/main" id="{38A8C7AD-6EE4-4D18-9D2F-1A662720D5C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21585705"/>
              </p:ext>
            </p:extLst>
          </p:nvPr>
        </p:nvGraphicFramePr>
        <p:xfrm>
          <a:off x="4542801" y="113659"/>
          <a:ext cx="3972874" cy="6552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magine 12">
            <a:extLst>
              <a:ext uri="{FF2B5EF4-FFF2-40B4-BE49-F238E27FC236}">
                <a16:creationId xmlns:a16="http://schemas.microsoft.com/office/drawing/2014/main" id="{2A2BF94D-B65E-449D-A2B3-DF40F99F91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0642" y="2780714"/>
            <a:ext cx="2547180" cy="1858458"/>
          </a:xfrm>
          <a:prstGeom prst="rect">
            <a:avLst/>
          </a:prstGeom>
        </p:spPr>
      </p:pic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5B59CE54-B590-4743-847F-27119BDBE3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/>
          <a:stretch>
            <a:fillRect/>
          </a:stretch>
        </p:blipFill>
        <p:spPr>
          <a:xfrm>
            <a:off x="9020642" y="524450"/>
            <a:ext cx="2547180" cy="1858458"/>
          </a:xfrm>
          <a:prstGeom prst="rect">
            <a:avLst/>
          </a:prstGeom>
        </p:spPr>
      </p:pic>
      <p:pic>
        <p:nvPicPr>
          <p:cNvPr id="14" name="Immagine 13" descr="Immagine che contiene tavolo&#10;&#10;Descrizione generata automaticamente">
            <a:extLst>
              <a:ext uri="{FF2B5EF4-FFF2-40B4-BE49-F238E27FC236}">
                <a16:creationId xmlns:a16="http://schemas.microsoft.com/office/drawing/2014/main" id="{D4ABE4EF-5A69-4835-AE8D-061EC7982F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0642" y="5036979"/>
            <a:ext cx="2547180" cy="1166178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042EF1-BAE0-43D5-B7CD-626A634D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8726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49AB4CF6-C19B-40FF-AB8C-82787F24E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Analisi origin per rep77/78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7DED4E-8F26-4A24-924C-F4DEAB78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5</a:t>
            </a:fld>
            <a:endParaRPr lang="it-IT"/>
          </a:p>
        </p:txBody>
      </p:sp>
      <p:graphicFrame>
        <p:nvGraphicFramePr>
          <p:cNvPr id="28" name="Segnaposto testo 3">
            <a:extLst>
              <a:ext uri="{FF2B5EF4-FFF2-40B4-BE49-F238E27FC236}">
                <a16:creationId xmlns:a16="http://schemas.microsoft.com/office/drawing/2014/main" id="{9E78F077-A7C8-49F4-BD98-91F329AA94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5414579"/>
              </p:ext>
            </p:extLst>
          </p:nvPr>
        </p:nvGraphicFramePr>
        <p:xfrm>
          <a:off x="0" y="5219162"/>
          <a:ext cx="12192000" cy="15032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3575E88B-C27D-4E05-9353-72CB474E9B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532" y="1952010"/>
            <a:ext cx="4217089" cy="3162817"/>
          </a:xfrm>
          <a:prstGeom prst="rect">
            <a:avLst/>
          </a:prstGeom>
        </p:spPr>
      </p:pic>
      <p:sp>
        <p:nvSpPr>
          <p:cNvPr id="16" name="Ovale 15">
            <a:extLst>
              <a:ext uri="{FF2B5EF4-FFF2-40B4-BE49-F238E27FC236}">
                <a16:creationId xmlns:a16="http://schemas.microsoft.com/office/drawing/2014/main" id="{1BDBAFFD-4C72-4372-9188-4FD6837764F6}"/>
              </a:ext>
            </a:extLst>
          </p:cNvPr>
          <p:cNvSpPr/>
          <p:nvPr/>
        </p:nvSpPr>
        <p:spPr>
          <a:xfrm>
            <a:off x="979393" y="4492162"/>
            <a:ext cx="782516" cy="463940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9FA82FF2-0DAF-4135-AC81-2AB18C70FC9A}"/>
              </a:ext>
            </a:extLst>
          </p:cNvPr>
          <p:cNvSpPr/>
          <p:nvPr/>
        </p:nvSpPr>
        <p:spPr>
          <a:xfrm>
            <a:off x="2106007" y="4051558"/>
            <a:ext cx="616328" cy="106326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6BE7EB9-008E-4BD7-8E93-3DF41FD166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3957" y="1976750"/>
            <a:ext cx="3929217" cy="3159284"/>
          </a:xfrm>
          <a:prstGeom prst="rect">
            <a:avLst/>
          </a:prstGeom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54D1BA0B-142F-4CB7-B62C-78E703C43CF0}"/>
              </a:ext>
            </a:extLst>
          </p:cNvPr>
          <p:cNvSpPr/>
          <p:nvPr/>
        </p:nvSpPr>
        <p:spPr>
          <a:xfrm>
            <a:off x="3107079" y="3931487"/>
            <a:ext cx="782516" cy="1204547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94E27A2C-F2B6-4224-88B4-B89A1A127262}"/>
              </a:ext>
            </a:extLst>
          </p:cNvPr>
          <p:cNvSpPr/>
          <p:nvPr/>
        </p:nvSpPr>
        <p:spPr>
          <a:xfrm>
            <a:off x="4959882" y="4337858"/>
            <a:ext cx="473200" cy="745765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17038F4-6548-4AFA-A4D2-FC771BE79D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6380" y="1975764"/>
            <a:ext cx="3929216" cy="3107859"/>
          </a:xfrm>
          <a:prstGeom prst="rect">
            <a:avLst/>
          </a:prstGeom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626A272F-8BB1-40AC-B959-E51CA2C712CB}"/>
              </a:ext>
            </a:extLst>
          </p:cNvPr>
          <p:cNvSpPr/>
          <p:nvPr/>
        </p:nvSpPr>
        <p:spPr>
          <a:xfrm>
            <a:off x="10770916" y="3952304"/>
            <a:ext cx="649428" cy="1032558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87BE9F57-C8BF-431F-ACAE-21F2E2D15E75}"/>
              </a:ext>
            </a:extLst>
          </p:cNvPr>
          <p:cNvSpPr/>
          <p:nvPr/>
        </p:nvSpPr>
        <p:spPr>
          <a:xfrm>
            <a:off x="9780988" y="4100009"/>
            <a:ext cx="602615" cy="9024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1F2B49CC-FB35-4C93-8958-7C626C250F57}"/>
              </a:ext>
            </a:extLst>
          </p:cNvPr>
          <p:cNvSpPr/>
          <p:nvPr/>
        </p:nvSpPr>
        <p:spPr>
          <a:xfrm>
            <a:off x="8610600" y="4452290"/>
            <a:ext cx="782516" cy="516899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046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E078A08F-ABDF-4345-9180-02F6500A58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8">
                                            <p:graphicEl>
                                              <a:dgm id="{E078A08F-ABDF-4345-9180-02F6500A58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A4E89A4F-260D-48A5-87F1-59BBB617FE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28">
                                            <p:graphicEl>
                                              <a:dgm id="{A4E89A4F-260D-48A5-87F1-59BBB617FE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F30E16CE-FE8C-4510-9117-672AEA035C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28">
                                            <p:graphicEl>
                                              <a:dgm id="{F30E16CE-FE8C-4510-9117-672AEA035C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5BCA4F25-01F3-4BD3-A64B-81C0C8DE07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28">
                                            <p:graphicEl>
                                              <a:dgm id="{5BCA4F25-01F3-4BD3-A64B-81C0C8DE07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C92C1913-AED5-4C0A-9343-1CC5B5EFFA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28">
                                            <p:graphicEl>
                                              <a:dgm id="{C92C1913-AED5-4C0A-9343-1CC5B5EFFA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CCBD3806-41F4-484F-8CEF-7EDC50E6A0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28">
                                            <p:graphicEl>
                                              <a:dgm id="{CCBD3806-41F4-484F-8CEF-7EDC50E6A0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38E33462-2042-47F9-A364-72607B45A3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500"/>
                                        <p:tgtEl>
                                          <p:spTgt spid="28">
                                            <p:graphicEl>
                                              <a:dgm id="{38E33462-2042-47F9-A364-72607B45A3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E5FCA0B5-603C-47AF-9F74-18858C9C5D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500"/>
                                        <p:tgtEl>
                                          <p:spTgt spid="28">
                                            <p:graphicEl>
                                              <a:dgm id="{E5FCA0B5-603C-47AF-9F74-18858C9C5D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8" grpId="0" uiExpand="1">
        <p:bldSub>
          <a:bldDgm bld="one"/>
        </p:bldSub>
      </p:bldGraphic>
      <p:bldP spid="16" grpId="0" animBg="1"/>
      <p:bldP spid="18" grpId="0" animBg="1"/>
      <p:bldP spid="3" grpId="0" animBg="1"/>
      <p:bldP spid="20" grpId="0" animBg="1"/>
      <p:bldP spid="14" grpId="0" animBg="1"/>
      <p:bldP spid="19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958A6DE7-01DD-4001-B244-CA58715F7C63}"/>
              </a:ext>
            </a:extLst>
          </p:cNvPr>
          <p:cNvSpPr txBox="1"/>
          <p:nvPr/>
        </p:nvSpPr>
        <p:spPr>
          <a:xfrm>
            <a:off x="1371598" y="319314"/>
            <a:ext cx="9477377" cy="1030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Profili</a:t>
            </a: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di origin x rep 77</a:t>
            </a:r>
          </a:p>
        </p:txBody>
      </p:sp>
      <p:pic>
        <p:nvPicPr>
          <p:cNvPr id="20" name="Segnaposto contenuto 19" descr="Immagine che contiene tavolo&#10;&#10;Descrizione generata automaticamente">
            <a:extLst>
              <a:ext uri="{FF2B5EF4-FFF2-40B4-BE49-F238E27FC236}">
                <a16:creationId xmlns:a16="http://schemas.microsoft.com/office/drawing/2014/main" id="{FD37470F-9979-4348-BB6D-9AF4A30DB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53" y="2083094"/>
            <a:ext cx="4565251" cy="2100015"/>
          </a:xfrm>
          <a:prstGeom prst="rect">
            <a:avLst/>
          </a:prstGeom>
        </p:spPr>
      </p:pic>
      <p:pic>
        <p:nvPicPr>
          <p:cNvPr id="24" name="Immagine 23" descr="Immagine che contiene tavolo&#10;&#10;Descrizione generata automaticamente">
            <a:extLst>
              <a:ext uri="{FF2B5EF4-FFF2-40B4-BE49-F238E27FC236}">
                <a16:creationId xmlns:a16="http://schemas.microsoft.com/office/drawing/2014/main" id="{C9E46AA8-6E7A-4090-BC60-1C4F7E27A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233" y="2077126"/>
            <a:ext cx="4679962" cy="2105983"/>
          </a:xfrm>
          <a:prstGeom prst="rect">
            <a:avLst/>
          </a:prstGeom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31AA44E-11E1-4479-83DA-70B0F8D6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5F9E93C-7EB4-4D4E-B59C-D55A7DDFA126}" type="slidenum">
              <a:rPr lang="en-US" sz="11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7" name="Content Placeholder 31">
            <a:extLst>
              <a:ext uri="{FF2B5EF4-FFF2-40B4-BE49-F238E27FC236}">
                <a16:creationId xmlns:a16="http://schemas.microsoft.com/office/drawing/2014/main" id="{F57804D5-70AF-458C-8634-2AFC0C543A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9237678"/>
              </p:ext>
            </p:extLst>
          </p:nvPr>
        </p:nvGraphicFramePr>
        <p:xfrm>
          <a:off x="970878" y="4569379"/>
          <a:ext cx="10278813" cy="1930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Ovale 11">
            <a:extLst>
              <a:ext uri="{FF2B5EF4-FFF2-40B4-BE49-F238E27FC236}">
                <a16:creationId xmlns:a16="http://schemas.microsoft.com/office/drawing/2014/main" id="{D9934506-34A3-415E-B09C-97BCBF9042C4}"/>
              </a:ext>
            </a:extLst>
          </p:cNvPr>
          <p:cNvSpPr/>
          <p:nvPr/>
        </p:nvSpPr>
        <p:spPr>
          <a:xfrm>
            <a:off x="3351333" y="2938966"/>
            <a:ext cx="652255" cy="398235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3400B3A2-5606-4C0E-9FE9-E72CECA48F26}"/>
              </a:ext>
            </a:extLst>
          </p:cNvPr>
          <p:cNvSpPr/>
          <p:nvPr/>
        </p:nvSpPr>
        <p:spPr>
          <a:xfrm>
            <a:off x="8590443" y="2943356"/>
            <a:ext cx="652255" cy="398235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87C0B7D2-CFAC-444B-8482-1FF8638C59BA}"/>
              </a:ext>
            </a:extLst>
          </p:cNvPr>
          <p:cNvSpPr/>
          <p:nvPr/>
        </p:nvSpPr>
        <p:spPr>
          <a:xfrm>
            <a:off x="3351333" y="3237376"/>
            <a:ext cx="652255" cy="3982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0965A7EC-ACDF-4457-8787-68D6E1F0C457}"/>
              </a:ext>
            </a:extLst>
          </p:cNvPr>
          <p:cNvSpPr/>
          <p:nvPr/>
        </p:nvSpPr>
        <p:spPr>
          <a:xfrm>
            <a:off x="10021330" y="3487440"/>
            <a:ext cx="716434" cy="47462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83281174-872B-4197-B1DC-E9FCEB9B0416}"/>
              </a:ext>
            </a:extLst>
          </p:cNvPr>
          <p:cNvSpPr/>
          <p:nvPr/>
        </p:nvSpPr>
        <p:spPr>
          <a:xfrm>
            <a:off x="3553971" y="3513268"/>
            <a:ext cx="1293685" cy="47462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305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graphicEl>
                                              <a:dgm id="{2E5619F8-A4D5-443D-9CCA-68503D7B00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7">
                                            <p:graphicEl>
                                              <a:dgm id="{2E5619F8-A4D5-443D-9CCA-68503D7B00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graphicEl>
                                              <a:dgm id="{9CF082A1-7185-432D-ABE7-6AA524C71C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57">
                                            <p:graphicEl>
                                              <a:dgm id="{9CF082A1-7185-432D-ABE7-6AA524C71C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graphicEl>
                                              <a:dgm id="{DDF096F9-CEA3-419E-AC18-404B205C8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57">
                                            <p:graphicEl>
                                              <a:dgm id="{DDF096F9-CEA3-419E-AC18-404B205C8C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graphicEl>
                                              <a:dgm id="{CCFDAE7B-6634-4AD7-9BC1-8965FB5342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57">
                                            <p:graphicEl>
                                              <a:dgm id="{CCFDAE7B-6634-4AD7-9BC1-8965FB5342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graphicEl>
                                              <a:dgm id="{0C4B85B0-7A5E-436E-BAAD-08E7CBA814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0"/>
                                        <p:tgtEl>
                                          <p:spTgt spid="57">
                                            <p:graphicEl>
                                              <a:dgm id="{0C4B85B0-7A5E-436E-BAAD-08E7CBA814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graphicEl>
                                              <a:dgm id="{E4A0B9F4-252E-4743-B716-95DED56E2E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500"/>
                                        <p:tgtEl>
                                          <p:spTgt spid="57">
                                            <p:graphicEl>
                                              <a:dgm id="{E4A0B9F4-252E-4743-B716-95DED56E2E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7" grpId="0" uiExpand="1">
        <p:bldSub>
          <a:bldDgm bld="one"/>
        </p:bldSub>
      </p:bldGraphic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FADD0AD-CB52-49DC-BC6E-C638E200210D}"/>
              </a:ext>
            </a:extLst>
          </p:cNvPr>
          <p:cNvSpPr txBox="1"/>
          <p:nvPr/>
        </p:nvSpPr>
        <p:spPr>
          <a:xfrm>
            <a:off x="1371598" y="319314"/>
            <a:ext cx="9477377" cy="1030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Profili</a:t>
            </a: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di origin x rep 78</a:t>
            </a:r>
          </a:p>
        </p:txBody>
      </p:sp>
      <p:pic>
        <p:nvPicPr>
          <p:cNvPr id="3" name="Segnaposto contenuto 2" descr="Immagine che contiene tavolo&#10;&#10;Descrizione generata automaticamente">
            <a:extLst>
              <a:ext uri="{FF2B5EF4-FFF2-40B4-BE49-F238E27FC236}">
                <a16:creationId xmlns:a16="http://schemas.microsoft.com/office/drawing/2014/main" id="{7A0FC030-AFCF-45C3-AD1D-CC267C9A9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34" y="2072405"/>
            <a:ext cx="4565251" cy="2145667"/>
          </a:xfrm>
          <a:prstGeom prst="rect">
            <a:avLst/>
          </a:prstGeom>
        </p:spPr>
      </p:pic>
      <p:pic>
        <p:nvPicPr>
          <p:cNvPr id="6" name="Immagine 5" descr="Immagine che contiene tavolo&#10;&#10;Descrizione generata automaticamente">
            <a:extLst>
              <a:ext uri="{FF2B5EF4-FFF2-40B4-BE49-F238E27FC236}">
                <a16:creationId xmlns:a16="http://schemas.microsoft.com/office/drawing/2014/main" id="{65BD3076-D566-4679-946F-6DB038FA6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097" y="2072405"/>
            <a:ext cx="4777846" cy="2114196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D2D07D7-83CA-4B30-B380-27C6B1FD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5F9E93C-7EB4-4D4E-B59C-D55A7DDFA12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1" name="Content Placeholder 31">
            <a:extLst>
              <a:ext uri="{FF2B5EF4-FFF2-40B4-BE49-F238E27FC236}">
                <a16:creationId xmlns:a16="http://schemas.microsoft.com/office/drawing/2014/main" id="{274CC183-D075-402B-9BAD-341212C53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8519774"/>
              </p:ext>
            </p:extLst>
          </p:nvPr>
        </p:nvGraphicFramePr>
        <p:xfrm>
          <a:off x="1371598" y="4449467"/>
          <a:ext cx="9848337" cy="2145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Ovale 11">
            <a:extLst>
              <a:ext uri="{FF2B5EF4-FFF2-40B4-BE49-F238E27FC236}">
                <a16:creationId xmlns:a16="http://schemas.microsoft.com/office/drawing/2014/main" id="{F369E814-9627-40E9-AC94-E3E0C95F4BDE}"/>
              </a:ext>
            </a:extLst>
          </p:cNvPr>
          <p:cNvSpPr/>
          <p:nvPr/>
        </p:nvSpPr>
        <p:spPr>
          <a:xfrm>
            <a:off x="8133541" y="2946120"/>
            <a:ext cx="1232881" cy="398235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CD77AD7B-D28F-4B45-A8A0-31EFAD675B73}"/>
              </a:ext>
            </a:extLst>
          </p:cNvPr>
          <p:cNvSpPr/>
          <p:nvPr/>
        </p:nvSpPr>
        <p:spPr>
          <a:xfrm>
            <a:off x="3385446" y="3241611"/>
            <a:ext cx="1540005" cy="3982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736A4FDE-C45D-4DF1-B838-14AA433B9B40}"/>
              </a:ext>
            </a:extLst>
          </p:cNvPr>
          <p:cNvSpPr/>
          <p:nvPr/>
        </p:nvSpPr>
        <p:spPr>
          <a:xfrm>
            <a:off x="4328451" y="3518233"/>
            <a:ext cx="611284" cy="47462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F7041E98-5559-4DB4-8EDC-C77CC5ABD411}"/>
              </a:ext>
            </a:extLst>
          </p:cNvPr>
          <p:cNvSpPr/>
          <p:nvPr/>
        </p:nvSpPr>
        <p:spPr>
          <a:xfrm>
            <a:off x="3385447" y="2954151"/>
            <a:ext cx="652255" cy="398235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CF19CED0-A674-4BB2-ABB2-8EF9121A0498}"/>
              </a:ext>
            </a:extLst>
          </p:cNvPr>
          <p:cNvSpPr/>
          <p:nvPr/>
        </p:nvSpPr>
        <p:spPr>
          <a:xfrm>
            <a:off x="2036506" y="3229882"/>
            <a:ext cx="652256" cy="3982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6D776EB1-E36D-49E0-82F1-198AAB6E3D6A}"/>
              </a:ext>
            </a:extLst>
          </p:cNvPr>
          <p:cNvSpPr/>
          <p:nvPr/>
        </p:nvSpPr>
        <p:spPr>
          <a:xfrm>
            <a:off x="10154453" y="3495939"/>
            <a:ext cx="611284" cy="474621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997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graphicEl>
                                              <a:dgm id="{911CE5A4-BAE6-4EFE-A361-71FB9F7DCD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1">
                                            <p:graphicEl>
                                              <a:dgm id="{911CE5A4-BAE6-4EFE-A361-71FB9F7DCD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graphicEl>
                                              <a:dgm id="{7EF4441D-1CEA-402E-955A-8C4E05C354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61">
                                            <p:graphicEl>
                                              <a:dgm id="{7EF4441D-1CEA-402E-955A-8C4E05C354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graphicEl>
                                              <a:dgm id="{D5F0D137-A545-49A5-B5AB-A70AAC9701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61">
                                            <p:graphicEl>
                                              <a:dgm id="{D5F0D137-A545-49A5-B5AB-A70AAC9701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graphicEl>
                                              <a:dgm id="{CAB96E7D-3E3C-4C56-BFD0-000164840A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61">
                                            <p:graphicEl>
                                              <a:dgm id="{CAB96E7D-3E3C-4C56-BFD0-000164840A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graphicEl>
                                              <a:dgm id="{A8B8BDBC-2D20-40E0-83DE-E6E984D327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61">
                                            <p:graphicEl>
                                              <a:dgm id="{A8B8BDBC-2D20-40E0-83DE-E6E984D327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graphicEl>
                                              <a:dgm id="{D63F9B59-747B-447B-B62D-1A3353F907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500"/>
                                        <p:tgtEl>
                                          <p:spTgt spid="61">
                                            <p:graphicEl>
                                              <a:dgm id="{D63F9B59-747B-447B-B62D-1A3353F9070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1" grpId="0" uiExpand="1">
        <p:bldSub>
          <a:bldDgm bld="one"/>
        </p:bldSub>
      </p:bldGraphic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FADD0AD-CB52-49DC-BC6E-C638E200210D}"/>
              </a:ext>
            </a:extLst>
          </p:cNvPr>
          <p:cNvSpPr txBox="1"/>
          <p:nvPr/>
        </p:nvSpPr>
        <p:spPr>
          <a:xfrm>
            <a:off x="1371598" y="319314"/>
            <a:ext cx="9477377" cy="1030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latin typeface="+mj-lt"/>
              </a:rPr>
              <a:t>Price per rep77/78</a:t>
            </a:r>
            <a:endParaRPr lang="en-US" sz="4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666EFFE-363D-46F8-921C-DBD7F7393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16" y="1618170"/>
            <a:ext cx="4584125" cy="344955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CA8BD95-BABF-4261-8621-38B615209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108" y="1619553"/>
            <a:ext cx="4595720" cy="3446790"/>
          </a:xfrm>
          <a:prstGeom prst="rect">
            <a:avLst/>
          </a:prstGeom>
        </p:spPr>
      </p:pic>
      <p:sp>
        <p:nvSpPr>
          <p:cNvPr id="44" name="Content Placeholder 31">
            <a:extLst>
              <a:ext uri="{FF2B5EF4-FFF2-40B4-BE49-F238E27FC236}">
                <a16:creationId xmlns:a16="http://schemas.microsoft.com/office/drawing/2014/main" id="{A7C9FEDA-7795-4904-A7A4-8A0F14B58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496427" cy="1385266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1000" dirty="0"/>
          </a:p>
          <a:p>
            <a:endParaRPr lang="en-US" sz="1000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11F848C-62DB-4045-BD3D-FF510207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8</a:t>
            </a:fld>
            <a:endParaRPr lang="it-IT"/>
          </a:p>
        </p:txBody>
      </p:sp>
      <p:graphicFrame>
        <p:nvGraphicFramePr>
          <p:cNvPr id="15" name="Content Placeholder 12">
            <a:extLst>
              <a:ext uri="{FF2B5EF4-FFF2-40B4-BE49-F238E27FC236}">
                <a16:creationId xmlns:a16="http://schemas.microsoft.com/office/drawing/2014/main" id="{2D87B723-468E-4000-92EA-8B4B39DEF5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3363141"/>
              </p:ext>
            </p:extLst>
          </p:nvPr>
        </p:nvGraphicFramePr>
        <p:xfrm>
          <a:off x="0" y="5092686"/>
          <a:ext cx="12192000" cy="1790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Ovale 12">
            <a:extLst>
              <a:ext uri="{FF2B5EF4-FFF2-40B4-BE49-F238E27FC236}">
                <a16:creationId xmlns:a16="http://schemas.microsoft.com/office/drawing/2014/main" id="{EBFA688C-B535-4C29-9E7F-60930ABA8E11}"/>
              </a:ext>
            </a:extLst>
          </p:cNvPr>
          <p:cNvSpPr/>
          <p:nvPr/>
        </p:nvSpPr>
        <p:spPr>
          <a:xfrm>
            <a:off x="4038294" y="2608944"/>
            <a:ext cx="652256" cy="1835733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89D18181-40AE-4EDD-9BD9-8F575F61338E}"/>
              </a:ext>
            </a:extLst>
          </p:cNvPr>
          <p:cNvSpPr/>
          <p:nvPr/>
        </p:nvSpPr>
        <p:spPr>
          <a:xfrm>
            <a:off x="9514374" y="3242239"/>
            <a:ext cx="476789" cy="1202438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DD331C45-FBC8-4453-8B20-A0D062671760}"/>
              </a:ext>
            </a:extLst>
          </p:cNvPr>
          <p:cNvSpPr/>
          <p:nvPr/>
        </p:nvSpPr>
        <p:spPr>
          <a:xfrm>
            <a:off x="3276273" y="2351837"/>
            <a:ext cx="652256" cy="161468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4443244C-EA8D-445B-B5AC-DE125BAD9DF4}"/>
              </a:ext>
            </a:extLst>
          </p:cNvPr>
          <p:cNvSpPr/>
          <p:nvPr/>
        </p:nvSpPr>
        <p:spPr>
          <a:xfrm>
            <a:off x="8689889" y="2351837"/>
            <a:ext cx="652256" cy="1750606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43CCD1C7-FA55-4F13-A3A3-B31ED6ADCC72}"/>
              </a:ext>
            </a:extLst>
          </p:cNvPr>
          <p:cNvSpPr/>
          <p:nvPr/>
        </p:nvSpPr>
        <p:spPr>
          <a:xfrm rot="4366801">
            <a:off x="7050727" y="3596728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5A0B4273-8B03-49FB-B65C-A09476E4654D}"/>
              </a:ext>
            </a:extLst>
          </p:cNvPr>
          <p:cNvSpPr/>
          <p:nvPr/>
        </p:nvSpPr>
        <p:spPr>
          <a:xfrm rot="7341314">
            <a:off x="10687474" y="3561399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9B81988C-415B-4111-B63D-860B1E815A43}"/>
              </a:ext>
            </a:extLst>
          </p:cNvPr>
          <p:cNvSpPr/>
          <p:nvPr/>
        </p:nvSpPr>
        <p:spPr>
          <a:xfrm rot="7341314">
            <a:off x="5070832" y="3555384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Freccia a destra 1">
            <a:extLst>
              <a:ext uri="{FF2B5EF4-FFF2-40B4-BE49-F238E27FC236}">
                <a16:creationId xmlns:a16="http://schemas.microsoft.com/office/drawing/2014/main" id="{D7527C4D-45F3-4376-8989-6D5B06154BA4}"/>
              </a:ext>
            </a:extLst>
          </p:cNvPr>
          <p:cNvSpPr/>
          <p:nvPr/>
        </p:nvSpPr>
        <p:spPr>
          <a:xfrm rot="4366801">
            <a:off x="1576812" y="3612588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506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67015240-2DD7-4559-B1EC-A0851B9A75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5">
                                            <p:graphicEl>
                                              <a:dgm id="{67015240-2DD7-4559-B1EC-A0851B9A75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5127BF68-52EC-48C4-9A18-FB0709A0B3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5">
                                            <p:graphicEl>
                                              <a:dgm id="{5127BF68-52EC-48C4-9A18-FB0709A0B3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5191BD88-488C-4220-9523-FEB25E4C19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15">
                                            <p:graphicEl>
                                              <a:dgm id="{5191BD88-488C-4220-9523-FEB25E4C19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5A76C54C-AA2B-4102-A0E5-0CF0FCCBAF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500"/>
                                        <p:tgtEl>
                                          <p:spTgt spid="15">
                                            <p:graphicEl>
                                              <a:dgm id="{5A76C54C-AA2B-4102-A0E5-0CF0FCCBAF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58083A33-C24C-435B-8956-388978E70B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15">
                                            <p:graphicEl>
                                              <a:dgm id="{58083A33-C24C-435B-8956-388978E70B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B2D7B86C-6FEF-48F4-BADA-B1B7EFF11B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15">
                                            <p:graphicEl>
                                              <a:dgm id="{B2D7B86C-6FEF-48F4-BADA-B1B7EFF11B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E7CF50F6-258A-498A-93B1-3E3623D66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500"/>
                                        <p:tgtEl>
                                          <p:spTgt spid="15">
                                            <p:graphicEl>
                                              <a:dgm id="{E7CF50F6-258A-498A-93B1-3E3623D665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654685C7-CF0D-4922-8BAE-D45C14B270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500"/>
                                        <p:tgtEl>
                                          <p:spTgt spid="15">
                                            <p:graphicEl>
                                              <a:dgm id="{654685C7-CF0D-4922-8BAE-D45C14B270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 uiExpand="1">
        <p:bldSub>
          <a:bldDgm bld="one"/>
        </p:bldSub>
      </p:bldGraphic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F12874D-8AFF-44ED-8449-A577E2B59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6" y="457633"/>
            <a:ext cx="8123334" cy="702365"/>
          </a:xfrm>
        </p:spPr>
        <p:txBody>
          <a:bodyPr anchor="b">
            <a:normAutofit/>
          </a:bodyPr>
          <a:lstStyle/>
          <a:p>
            <a:pPr algn="ctr"/>
            <a:r>
              <a:rPr lang="it-IT" sz="4000" dirty="0" err="1"/>
              <a:t>Mpg</a:t>
            </a:r>
            <a:r>
              <a:rPr lang="it-IT" sz="4000" dirty="0"/>
              <a:t> x rep77</a:t>
            </a:r>
          </a:p>
        </p:txBody>
      </p:sp>
      <p:graphicFrame>
        <p:nvGraphicFramePr>
          <p:cNvPr id="20" name="Segnaposto contenuto 2">
            <a:extLst>
              <a:ext uri="{FF2B5EF4-FFF2-40B4-BE49-F238E27FC236}">
                <a16:creationId xmlns:a16="http://schemas.microsoft.com/office/drawing/2014/main" id="{4A0E1427-2AB7-4A85-9F5B-C29A1B3E68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0945434"/>
              </p:ext>
            </p:extLst>
          </p:nvPr>
        </p:nvGraphicFramePr>
        <p:xfrm>
          <a:off x="457200" y="1365828"/>
          <a:ext cx="5638800" cy="4126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C274DB3-F985-4838-8709-7E37BF893C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374" y="1338850"/>
            <a:ext cx="5519350" cy="4153310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84DB219-AA0F-4960-A292-7CF863DB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>
                <a:solidFill>
                  <a:schemeClr val="bg1"/>
                </a:solidFill>
              </a:rPr>
              <a:t>9</a:t>
            </a:fld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260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08AC7DA-06E2-49B6-B8AA-38C92AA4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2" y="442277"/>
            <a:ext cx="8123332" cy="630218"/>
          </a:xfrm>
        </p:spPr>
        <p:txBody>
          <a:bodyPr anchor="b">
            <a:normAutofit fontScale="90000"/>
          </a:bodyPr>
          <a:lstStyle/>
          <a:p>
            <a:pPr algn="ctr"/>
            <a:r>
              <a:rPr lang="it-IT" sz="4000" dirty="0" err="1"/>
              <a:t>Mpg</a:t>
            </a:r>
            <a:r>
              <a:rPr lang="it-IT" sz="4000" dirty="0"/>
              <a:t> x rep78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2289CB0-4891-4A13-B82F-BCD53001B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801" y="1364534"/>
            <a:ext cx="5505210" cy="4128907"/>
          </a:xfrm>
          <a:prstGeom prst="rect">
            <a:avLst/>
          </a:prstGeom>
        </p:spPr>
      </p:pic>
      <p:graphicFrame>
        <p:nvGraphicFramePr>
          <p:cNvPr id="20" name="Segnaposto contenuto 2">
            <a:extLst>
              <a:ext uri="{FF2B5EF4-FFF2-40B4-BE49-F238E27FC236}">
                <a16:creationId xmlns:a16="http://schemas.microsoft.com/office/drawing/2014/main" id="{C759E327-9B78-4AE8-8F6F-41C8097234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0820159"/>
              </p:ext>
            </p:extLst>
          </p:nvPr>
        </p:nvGraphicFramePr>
        <p:xfrm>
          <a:off x="172995" y="1235676"/>
          <a:ext cx="5821818" cy="4386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95D35D-4512-43B7-84EB-8C91FE63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>
                <a:solidFill>
                  <a:schemeClr val="bg1"/>
                </a:solidFill>
              </a:rPr>
              <a:t>10</a:t>
            </a:fld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308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214F892-24F7-498D-A0C8-E0119E7F3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513" y="3671316"/>
            <a:ext cx="4188903" cy="2837888"/>
          </a:xfrm>
          <a:prstGeom prst="rect">
            <a:avLst/>
          </a:prstGeom>
        </p:spPr>
      </p:pic>
      <p:cxnSp>
        <p:nvCxnSpPr>
          <p:cNvPr id="29" name="Straight Connector 22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A8FA096D-67B7-47EB-A536-051AD6C47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34" y="3671992"/>
            <a:ext cx="4188904" cy="2837212"/>
          </a:xfrm>
          <a:prstGeom prst="rect">
            <a:avLst/>
          </a:prstGeom>
        </p:spPr>
      </p:pic>
      <p:cxnSp>
        <p:nvCxnSpPr>
          <p:cNvPr id="30" name="Straight Connector 24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6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A6889D6A-306A-4685-8554-2AE8997B3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514" y="347471"/>
            <a:ext cx="4188902" cy="283921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8194C15-9C6B-4B21-8582-11C5EA2309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34" y="347471"/>
            <a:ext cx="4188904" cy="2847574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A8B41E-7D9B-4476-895E-B85566F7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11</a:t>
            </a:fld>
            <a:endParaRPr lang="it-IT"/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2F0E4AE2-395C-4790-9104-D7B9D1C3D94D}"/>
              </a:ext>
            </a:extLst>
          </p:cNvPr>
          <p:cNvGrpSpPr/>
          <p:nvPr/>
        </p:nvGrpSpPr>
        <p:grpSpPr>
          <a:xfrm>
            <a:off x="3293289" y="2915550"/>
            <a:ext cx="5411497" cy="1043623"/>
            <a:chOff x="341494" y="1031091"/>
            <a:chExt cx="3073451" cy="1951641"/>
          </a:xfrm>
        </p:grpSpPr>
        <p:sp>
          <p:nvSpPr>
            <p:cNvPr id="11" name="Rettangolo con angoli arrotondati 10">
              <a:extLst>
                <a:ext uri="{FF2B5EF4-FFF2-40B4-BE49-F238E27FC236}">
                  <a16:creationId xmlns:a16="http://schemas.microsoft.com/office/drawing/2014/main" id="{9FBACD7B-2EF0-435E-A046-D01338A7D478}"/>
                </a:ext>
              </a:extLst>
            </p:cNvPr>
            <p:cNvSpPr/>
            <p:nvPr/>
          </p:nvSpPr>
          <p:spPr>
            <a:xfrm>
              <a:off x="341494" y="1031091"/>
              <a:ext cx="3073451" cy="195164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963B4C5D-0385-407E-AEA8-51424804D03E}"/>
                </a:ext>
              </a:extLst>
            </p:cNvPr>
            <p:cNvSpPr txBox="1"/>
            <p:nvPr/>
          </p:nvSpPr>
          <p:spPr>
            <a:xfrm>
              <a:off x="398656" y="1088253"/>
              <a:ext cx="2959127" cy="18373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2000" kern="1200" dirty="0"/>
                <a:t>Similarità nella distribuzione dei valori delle due variabili per rep77 e rep78; si rileva una maggiore dispersione per </a:t>
              </a:r>
              <a:r>
                <a:rPr lang="it-IT" sz="2000" kern="1200" dirty="0" err="1"/>
                <a:t>hroom</a:t>
              </a:r>
              <a:endParaRPr lang="en-US" sz="2000" kern="1200" dirty="0"/>
            </a:p>
          </p:txBody>
        </p:sp>
      </p:grp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8083C167-7EB6-40F9-B5F8-575564C09B56}"/>
              </a:ext>
            </a:extLst>
          </p:cNvPr>
          <p:cNvGrpSpPr/>
          <p:nvPr/>
        </p:nvGrpSpPr>
        <p:grpSpPr>
          <a:xfrm>
            <a:off x="71241" y="2968832"/>
            <a:ext cx="4755126" cy="945254"/>
            <a:chOff x="4097935" y="1031091"/>
            <a:chExt cx="3073451" cy="1951641"/>
          </a:xfrm>
        </p:grpSpPr>
        <p:sp>
          <p:nvSpPr>
            <p:cNvPr id="14" name="Rettangolo con angoli arrotondati 13">
              <a:extLst>
                <a:ext uri="{FF2B5EF4-FFF2-40B4-BE49-F238E27FC236}">
                  <a16:creationId xmlns:a16="http://schemas.microsoft.com/office/drawing/2014/main" id="{7FF5B484-F6B5-46D6-9318-0B2223846801}"/>
                </a:ext>
              </a:extLst>
            </p:cNvPr>
            <p:cNvSpPr/>
            <p:nvPr/>
          </p:nvSpPr>
          <p:spPr>
            <a:xfrm>
              <a:off x="4097935" y="1031091"/>
              <a:ext cx="3073451" cy="195164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BA72A3B8-CF05-4D4B-B5B4-8091105290C1}"/>
                </a:ext>
              </a:extLst>
            </p:cNvPr>
            <p:cNvSpPr txBox="1"/>
            <p:nvPr/>
          </p:nvSpPr>
          <p:spPr>
            <a:xfrm>
              <a:off x="4155097" y="1088254"/>
              <a:ext cx="2959127" cy="18373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2000" kern="1200" dirty="0"/>
                <a:t>Valori in media o leggermente superiori rispetto alla media totale per i livelli 2, 3, 4</a:t>
              </a:r>
              <a:endParaRPr lang="en-US" sz="2000" kern="1200" dirty="0"/>
            </a:p>
          </p:txBody>
        </p:sp>
      </p:grpSp>
      <p:sp>
        <p:nvSpPr>
          <p:cNvPr id="16" name="Ovale 15">
            <a:extLst>
              <a:ext uri="{FF2B5EF4-FFF2-40B4-BE49-F238E27FC236}">
                <a16:creationId xmlns:a16="http://schemas.microsoft.com/office/drawing/2014/main" id="{AD4B199B-F4C9-408B-AF57-A926A22AFC96}"/>
              </a:ext>
            </a:extLst>
          </p:cNvPr>
          <p:cNvSpPr/>
          <p:nvPr/>
        </p:nvSpPr>
        <p:spPr>
          <a:xfrm>
            <a:off x="2641033" y="1828800"/>
            <a:ext cx="2185334" cy="38305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1F33DFA3-59DC-46C4-A9CA-47CAF5A83916}"/>
              </a:ext>
            </a:extLst>
          </p:cNvPr>
          <p:cNvSpPr/>
          <p:nvPr/>
        </p:nvSpPr>
        <p:spPr>
          <a:xfrm>
            <a:off x="7921487" y="1755225"/>
            <a:ext cx="2185334" cy="38305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9129CCC1-0B06-48CD-9312-0F9583B6447E}"/>
              </a:ext>
            </a:extLst>
          </p:cNvPr>
          <p:cNvSpPr/>
          <p:nvPr/>
        </p:nvSpPr>
        <p:spPr>
          <a:xfrm>
            <a:off x="2559173" y="5131449"/>
            <a:ext cx="2185334" cy="38305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AC9ED62B-1D9D-4004-BDDF-148AD6A2BFC5}"/>
              </a:ext>
            </a:extLst>
          </p:cNvPr>
          <p:cNvSpPr/>
          <p:nvPr/>
        </p:nvSpPr>
        <p:spPr>
          <a:xfrm>
            <a:off x="7876249" y="5024099"/>
            <a:ext cx="2185334" cy="38305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F30CB655-70E9-4865-8123-853B19A37CE2}"/>
              </a:ext>
            </a:extLst>
          </p:cNvPr>
          <p:cNvGrpSpPr/>
          <p:nvPr/>
        </p:nvGrpSpPr>
        <p:grpSpPr>
          <a:xfrm>
            <a:off x="3374851" y="104478"/>
            <a:ext cx="6035773" cy="1043623"/>
            <a:chOff x="7854377" y="1031091"/>
            <a:chExt cx="3073451" cy="1951641"/>
          </a:xfrm>
        </p:grpSpPr>
        <p:sp>
          <p:nvSpPr>
            <p:cNvPr id="22" name="Rettangolo con angoli arrotondati 21">
              <a:extLst>
                <a:ext uri="{FF2B5EF4-FFF2-40B4-BE49-F238E27FC236}">
                  <a16:creationId xmlns:a16="http://schemas.microsoft.com/office/drawing/2014/main" id="{EDF0AE9E-F6C3-4339-A1CF-6E5D62D9A176}"/>
                </a:ext>
              </a:extLst>
            </p:cNvPr>
            <p:cNvSpPr/>
            <p:nvPr/>
          </p:nvSpPr>
          <p:spPr>
            <a:xfrm>
              <a:off x="7854377" y="1031091"/>
              <a:ext cx="3073451" cy="195164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B3072857-F353-4DBF-875E-6D0EC326C7B9}"/>
                </a:ext>
              </a:extLst>
            </p:cNvPr>
            <p:cNvSpPr txBox="1"/>
            <p:nvPr/>
          </p:nvSpPr>
          <p:spPr>
            <a:xfrm>
              <a:off x="7911539" y="1088253"/>
              <a:ext cx="2959127" cy="18373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2000" kern="1200" dirty="0"/>
                <a:t>Per i livelli 1 e 5 si osservano valori inferiori di mediana e media rispetto a quella totale</a:t>
              </a:r>
              <a:endParaRPr lang="en-US" sz="2000" kern="1200" dirty="0"/>
            </a:p>
          </p:txBody>
        </p:sp>
      </p:grpSp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21044E9F-AA4D-4C74-B472-B87341EAFAC5}"/>
              </a:ext>
            </a:extLst>
          </p:cNvPr>
          <p:cNvSpPr/>
          <p:nvPr/>
        </p:nvSpPr>
        <p:spPr>
          <a:xfrm rot="4366801">
            <a:off x="1814132" y="1651910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Freccia a destra 27">
            <a:extLst>
              <a:ext uri="{FF2B5EF4-FFF2-40B4-BE49-F238E27FC236}">
                <a16:creationId xmlns:a16="http://schemas.microsoft.com/office/drawing/2014/main" id="{A7F87458-4ABD-4C90-AE08-DE703E038028}"/>
              </a:ext>
            </a:extLst>
          </p:cNvPr>
          <p:cNvSpPr/>
          <p:nvPr/>
        </p:nvSpPr>
        <p:spPr>
          <a:xfrm rot="4366801">
            <a:off x="7040973" y="1454259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0A43787-D169-4B6A-BC88-4253F81D3CEE}"/>
              </a:ext>
            </a:extLst>
          </p:cNvPr>
          <p:cNvSpPr txBox="1"/>
          <p:nvPr/>
        </p:nvSpPr>
        <p:spPr>
          <a:xfrm>
            <a:off x="2893649" y="2994993"/>
            <a:ext cx="6352130" cy="70788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it-IT" sz="4000" dirty="0" err="1">
                <a:solidFill>
                  <a:schemeClr val="bg1"/>
                </a:solidFill>
              </a:rPr>
              <a:t>Rseat</a:t>
            </a:r>
            <a:r>
              <a:rPr lang="it-IT" sz="4000" dirty="0">
                <a:solidFill>
                  <a:schemeClr val="bg1"/>
                </a:solidFill>
              </a:rPr>
              <a:t> e </a:t>
            </a:r>
            <a:r>
              <a:rPr lang="it-IT" sz="4000" dirty="0" err="1">
                <a:solidFill>
                  <a:schemeClr val="bg1"/>
                </a:solidFill>
              </a:rPr>
              <a:t>hroom</a:t>
            </a:r>
            <a:r>
              <a:rPr lang="it-IT" sz="4000" dirty="0">
                <a:solidFill>
                  <a:schemeClr val="bg1"/>
                </a:solidFill>
              </a:rPr>
              <a:t> per rep77/78</a:t>
            </a:r>
          </a:p>
        </p:txBody>
      </p:sp>
      <p:sp>
        <p:nvSpPr>
          <p:cNvPr id="32" name="Freccia a destra 31">
            <a:extLst>
              <a:ext uri="{FF2B5EF4-FFF2-40B4-BE49-F238E27FC236}">
                <a16:creationId xmlns:a16="http://schemas.microsoft.com/office/drawing/2014/main" id="{A5CBD201-D965-4554-A350-8B8BAEC9BCB7}"/>
              </a:ext>
            </a:extLst>
          </p:cNvPr>
          <p:cNvSpPr/>
          <p:nvPr/>
        </p:nvSpPr>
        <p:spPr>
          <a:xfrm rot="12268784">
            <a:off x="5307851" y="2310850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Freccia a destra 33">
            <a:extLst>
              <a:ext uri="{FF2B5EF4-FFF2-40B4-BE49-F238E27FC236}">
                <a16:creationId xmlns:a16="http://schemas.microsoft.com/office/drawing/2014/main" id="{C23A60C7-2E40-4289-857C-3364A071BC4C}"/>
              </a:ext>
            </a:extLst>
          </p:cNvPr>
          <p:cNvSpPr/>
          <p:nvPr/>
        </p:nvSpPr>
        <p:spPr>
          <a:xfrm rot="13136707">
            <a:off x="5210524" y="5797193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a destra 25">
            <a:extLst>
              <a:ext uri="{FF2B5EF4-FFF2-40B4-BE49-F238E27FC236}">
                <a16:creationId xmlns:a16="http://schemas.microsoft.com/office/drawing/2014/main" id="{FB6D3BAD-8B63-482C-B54F-EBF4EFFDA8B4}"/>
              </a:ext>
            </a:extLst>
          </p:cNvPr>
          <p:cNvSpPr/>
          <p:nvPr/>
        </p:nvSpPr>
        <p:spPr>
          <a:xfrm rot="4366801">
            <a:off x="1853136" y="4955237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a destra 26">
            <a:extLst>
              <a:ext uri="{FF2B5EF4-FFF2-40B4-BE49-F238E27FC236}">
                <a16:creationId xmlns:a16="http://schemas.microsoft.com/office/drawing/2014/main" id="{55ACB1EF-5349-4ECD-A3ED-37B746ED83B0}"/>
              </a:ext>
            </a:extLst>
          </p:cNvPr>
          <p:cNvSpPr/>
          <p:nvPr/>
        </p:nvSpPr>
        <p:spPr>
          <a:xfrm rot="4366801">
            <a:off x="7040973" y="5141922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Freccia a destra 34">
            <a:extLst>
              <a:ext uri="{FF2B5EF4-FFF2-40B4-BE49-F238E27FC236}">
                <a16:creationId xmlns:a16="http://schemas.microsoft.com/office/drawing/2014/main" id="{CFEC4521-D66F-43DD-8CF9-A826A27D5CDC}"/>
              </a:ext>
            </a:extLst>
          </p:cNvPr>
          <p:cNvSpPr/>
          <p:nvPr/>
        </p:nvSpPr>
        <p:spPr>
          <a:xfrm rot="9308623">
            <a:off x="10539382" y="5296220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Freccia a destra 32">
            <a:extLst>
              <a:ext uri="{FF2B5EF4-FFF2-40B4-BE49-F238E27FC236}">
                <a16:creationId xmlns:a16="http://schemas.microsoft.com/office/drawing/2014/main" id="{461137F5-42B4-4251-9DEC-57A946366B6B}"/>
              </a:ext>
            </a:extLst>
          </p:cNvPr>
          <p:cNvSpPr/>
          <p:nvPr/>
        </p:nvSpPr>
        <p:spPr>
          <a:xfrm rot="8359640">
            <a:off x="10490357" y="1835181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954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0" grpId="0" animBg="1"/>
      <p:bldP spid="20" grpId="1" animBg="1"/>
      <p:bldP spid="25" grpId="0" animBg="1"/>
      <p:bldP spid="28" grpId="0" animBg="1"/>
      <p:bldP spid="36" grpId="0" animBg="1"/>
      <p:bldP spid="32" grpId="0" animBg="1"/>
      <p:bldP spid="34" grpId="0" animBg="1"/>
      <p:bldP spid="26" grpId="0" animBg="1"/>
      <p:bldP spid="27" grpId="0" animBg="1"/>
      <p:bldP spid="35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2FD449A1-68A3-4991-9F99-8E9231E8E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4" y="327855"/>
            <a:ext cx="12163431" cy="1030515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dirty="0" err="1">
                <a:solidFill>
                  <a:srgbClr val="FFFFFF"/>
                </a:solidFill>
              </a:rPr>
              <a:t>Trunk</a:t>
            </a:r>
            <a:r>
              <a:rPr lang="it-IT" sz="4000" dirty="0">
                <a:solidFill>
                  <a:srgbClr val="FFFFFF"/>
                </a:solidFill>
              </a:rPr>
              <a:t> x rep77/78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888841E-0F24-49FA-9216-3AC7A722D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854" y="1597216"/>
            <a:ext cx="4536673" cy="342518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80E96C9-F8A1-416F-A0C2-8DE403638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890" y="1597216"/>
            <a:ext cx="4536672" cy="3413846"/>
          </a:xfrm>
          <a:prstGeom prst="rect">
            <a:avLst/>
          </a:prstGeom>
        </p:spPr>
      </p:pic>
      <p:graphicFrame>
        <p:nvGraphicFramePr>
          <p:cNvPr id="19" name="Segnaposto contenuto 2">
            <a:extLst>
              <a:ext uri="{FF2B5EF4-FFF2-40B4-BE49-F238E27FC236}">
                <a16:creationId xmlns:a16="http://schemas.microsoft.com/office/drawing/2014/main" id="{B9A3239A-F71A-4C31-9A2D-972C93712C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509362"/>
              </p:ext>
            </p:extLst>
          </p:nvPr>
        </p:nvGraphicFramePr>
        <p:xfrm>
          <a:off x="0" y="5153419"/>
          <a:ext cx="12163430" cy="1576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B71DE3-8B9E-4E84-BF00-3A45E016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12</a:t>
            </a:fld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B6F4B6DE-A0AC-4FC9-BBAD-56ABBADC2DA3}"/>
              </a:ext>
            </a:extLst>
          </p:cNvPr>
          <p:cNvSpPr/>
          <p:nvPr/>
        </p:nvSpPr>
        <p:spPr>
          <a:xfrm>
            <a:off x="2233914" y="2060294"/>
            <a:ext cx="2592729" cy="259272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D28E5FDE-22FD-4F30-B55C-CF5B821E6101}"/>
              </a:ext>
            </a:extLst>
          </p:cNvPr>
          <p:cNvSpPr/>
          <p:nvPr/>
        </p:nvSpPr>
        <p:spPr>
          <a:xfrm>
            <a:off x="8184169" y="2060294"/>
            <a:ext cx="2243587" cy="2499674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22BD5A82-43BC-40DF-9174-5FD77ADDC949}"/>
              </a:ext>
            </a:extLst>
          </p:cNvPr>
          <p:cNvSpPr/>
          <p:nvPr/>
        </p:nvSpPr>
        <p:spPr>
          <a:xfrm>
            <a:off x="1730200" y="2896566"/>
            <a:ext cx="526864" cy="1180618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5323165C-872F-4872-A2E1-196331D3CAEC}"/>
              </a:ext>
            </a:extLst>
          </p:cNvPr>
          <p:cNvSpPr/>
          <p:nvPr/>
        </p:nvSpPr>
        <p:spPr>
          <a:xfrm>
            <a:off x="7493638" y="3622875"/>
            <a:ext cx="526864" cy="671333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83EBBAAD-010B-4FCD-97B0-E3059DB1E495}"/>
              </a:ext>
            </a:extLst>
          </p:cNvPr>
          <p:cNvSpPr/>
          <p:nvPr/>
        </p:nvSpPr>
        <p:spPr>
          <a:xfrm rot="10359931">
            <a:off x="11083238" y="3469819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EEABAF04-8AE6-4C19-B7BA-AC429106D492}"/>
              </a:ext>
            </a:extLst>
          </p:cNvPr>
          <p:cNvSpPr/>
          <p:nvPr/>
        </p:nvSpPr>
        <p:spPr>
          <a:xfrm rot="10359931">
            <a:off x="5285682" y="3663694"/>
            <a:ext cx="652256" cy="19911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736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graphicEl>
                                              <a:dgm id="{608846F9-001E-42C5-8AA4-32EE928085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9">
                                            <p:graphicEl>
                                              <a:dgm id="{608846F9-001E-42C5-8AA4-32EE928085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graphicEl>
                                              <a:dgm id="{E5F33176-7FD6-4220-A12D-5E1372BAF4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9">
                                            <p:graphicEl>
                                              <a:dgm id="{E5F33176-7FD6-4220-A12D-5E1372BAF4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graphicEl>
                                              <a:dgm id="{B24F6995-DD44-4216-9BCD-EFDA309768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19">
                                            <p:graphicEl>
                                              <a:dgm id="{B24F6995-DD44-4216-9BCD-EFDA309768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graphicEl>
                                              <a:dgm id="{A9EC6FF2-15B5-416A-B8B2-42554B07DC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19">
                                            <p:graphicEl>
                                              <a:dgm id="{A9EC6FF2-15B5-416A-B8B2-42554B07DC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graphicEl>
                                              <a:dgm id="{19AC0037-34A7-46D8-9A6A-A1418A80C3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19">
                                            <p:graphicEl>
                                              <a:dgm id="{19AC0037-34A7-46D8-9A6A-A1418A80C3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graphicEl>
                                              <a:dgm id="{EF266BE6-80A2-4D7A-A707-6F4D8C06B0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500"/>
                                        <p:tgtEl>
                                          <p:spTgt spid="19">
                                            <p:graphicEl>
                                              <a:dgm id="{EF266BE6-80A2-4D7A-A707-6F4D8C06B0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9" grpId="0" uiExpand="1">
        <p:bldSub>
          <a:bldDgm bld="one"/>
        </p:bldSub>
      </p:bldGraphic>
      <p:bldP spid="13" grpId="0" animBg="1"/>
      <p:bldP spid="18" grpId="0" animBg="1"/>
      <p:bldP spid="20" grpId="0" animBg="1"/>
      <p:bldP spid="21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A841007-620E-4F1D-9972-EC5BB0CDBB32}"/>
              </a:ext>
            </a:extLst>
          </p:cNvPr>
          <p:cNvSpPr txBox="1"/>
          <p:nvPr/>
        </p:nvSpPr>
        <p:spPr>
          <a:xfrm>
            <a:off x="8165" y="263586"/>
            <a:ext cx="12186957" cy="64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Osservazioni</a:t>
            </a: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sulle</a:t>
            </a: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variabili</a:t>
            </a: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weight, length e turn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FB43638-F9F7-4724-BAC8-3EA99F8B0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10" y="1269873"/>
            <a:ext cx="3656746" cy="281569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48521014-5D97-4475-BCF4-8BC667AC02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660" y="1269873"/>
            <a:ext cx="3725965" cy="28156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52D8076-B86D-4EA1-A7BA-464D6FDC5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571" y="1265693"/>
            <a:ext cx="3662176" cy="2819874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D9DC6C3A-9ABF-490C-AD18-8BD45E28C8B2}"/>
              </a:ext>
            </a:extLst>
          </p:cNvPr>
          <p:cNvSpPr txBox="1"/>
          <p:nvPr/>
        </p:nvSpPr>
        <p:spPr>
          <a:xfrm>
            <a:off x="262214" y="4698430"/>
            <a:ext cx="1167885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600" dirty="0">
                <a:solidFill>
                  <a:schemeClr val="bg1"/>
                </a:solidFill>
              </a:rPr>
              <a:t>Si rileva una forte correlazione fra queste tre variabili osservando i relativi </a:t>
            </a:r>
            <a:r>
              <a:rPr lang="it-IT" sz="2600" dirty="0" err="1">
                <a:solidFill>
                  <a:schemeClr val="bg1"/>
                </a:solidFill>
              </a:rPr>
              <a:t>scatterplot</a:t>
            </a:r>
            <a:r>
              <a:rPr lang="it-IT" sz="2600" dirty="0">
                <a:solidFill>
                  <a:schemeClr val="bg1"/>
                </a:solidFill>
              </a:rPr>
              <a:t>.</a:t>
            </a:r>
            <a:br>
              <a:rPr lang="it-IT" sz="2600" dirty="0">
                <a:solidFill>
                  <a:schemeClr val="bg1"/>
                </a:solidFill>
              </a:rPr>
            </a:br>
            <a:r>
              <a:rPr lang="it-IT" sz="2600" dirty="0">
                <a:solidFill>
                  <a:schemeClr val="bg1"/>
                </a:solidFill>
              </a:rPr>
              <a:t>Inoltre, si nota come le auto di origine A abbiano per lunghezza, peso e raggio di sterzata valori massimi, mentre le auto di origine E </a:t>
            </a:r>
            <a:r>
              <a:rPr lang="it-IT" sz="2600" dirty="0" err="1">
                <a:solidFill>
                  <a:schemeClr val="bg1"/>
                </a:solidFill>
              </a:rPr>
              <a:t>e</a:t>
            </a:r>
            <a:r>
              <a:rPr lang="it-IT" sz="2600" dirty="0">
                <a:solidFill>
                  <a:schemeClr val="bg1"/>
                </a:solidFill>
              </a:rPr>
              <a:t> J hanno valori inferiori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E3CBBB-D08F-4584-AD21-6FFDACAB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>
                <a:solidFill>
                  <a:schemeClr val="bg1"/>
                </a:solidFill>
              </a:rPr>
              <a:t>13</a:t>
            </a:fld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598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28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0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2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3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AB4F950-DD77-4B6B-ACC5-7651C539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pPr algn="ctr"/>
            <a:r>
              <a:rPr lang="it-IT" sz="4000">
                <a:solidFill>
                  <a:srgbClr val="FFFFFF"/>
                </a:solidFill>
              </a:rPr>
              <a:t>Length, weight, turn x rep77</a:t>
            </a:r>
            <a:endParaRPr lang="it-IT" sz="4000" dirty="0">
              <a:solidFill>
                <a:srgbClr val="FFFFFF"/>
              </a:solidFill>
            </a:endParaRP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A2ADD9C-A5C5-486B-9E55-788193834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80" y="1584624"/>
            <a:ext cx="3905228" cy="293868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9FEE369-24D8-48EE-8AB3-9DAACD131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92" y="1593788"/>
            <a:ext cx="3893050" cy="292952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D16F781-273A-4659-94A4-D5DE578009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78" y="1584625"/>
            <a:ext cx="3918244" cy="2938684"/>
          </a:xfrm>
          <a:prstGeom prst="rect">
            <a:avLst/>
          </a:prstGeom>
        </p:spPr>
      </p:pic>
      <p:graphicFrame>
        <p:nvGraphicFramePr>
          <p:cNvPr id="42" name="Content Placeholder 12">
            <a:extLst>
              <a:ext uri="{FF2B5EF4-FFF2-40B4-BE49-F238E27FC236}">
                <a16:creationId xmlns:a16="http://schemas.microsoft.com/office/drawing/2014/main" id="{4DF86995-1655-40F3-BDFB-1A6BFC9AF3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380717"/>
              </p:ext>
            </p:extLst>
          </p:nvPr>
        </p:nvGraphicFramePr>
        <p:xfrm>
          <a:off x="0" y="4835523"/>
          <a:ext cx="12192000" cy="1885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C1A75FB5-91C2-439F-9F19-25F3D7B2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14</a:t>
            </a:fld>
            <a:endParaRPr lang="it-IT"/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1F5A7DEE-0D40-46F8-A7F2-CFCA15EC3E31}"/>
              </a:ext>
            </a:extLst>
          </p:cNvPr>
          <p:cNvSpPr/>
          <p:nvPr/>
        </p:nvSpPr>
        <p:spPr>
          <a:xfrm rot="16200000">
            <a:off x="742570" y="3786709"/>
            <a:ext cx="334390" cy="101874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CF24E07C-06C3-4AD2-998E-7D6DF444E880}"/>
              </a:ext>
            </a:extLst>
          </p:cNvPr>
          <p:cNvSpPr/>
          <p:nvPr/>
        </p:nvSpPr>
        <p:spPr>
          <a:xfrm rot="16200000">
            <a:off x="3371952" y="3786709"/>
            <a:ext cx="334390" cy="101874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689A3437-7C58-4F66-9DE7-E7D43D07CF13}"/>
              </a:ext>
            </a:extLst>
          </p:cNvPr>
          <p:cNvSpPr/>
          <p:nvPr/>
        </p:nvSpPr>
        <p:spPr>
          <a:xfrm rot="16200000">
            <a:off x="4860106" y="3924160"/>
            <a:ext cx="261395" cy="8836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60FCB7FA-E99D-433D-8F5B-52E44E8017FD}"/>
              </a:ext>
            </a:extLst>
          </p:cNvPr>
          <p:cNvSpPr/>
          <p:nvPr/>
        </p:nvSpPr>
        <p:spPr>
          <a:xfrm rot="16200000">
            <a:off x="7466339" y="3960657"/>
            <a:ext cx="261395" cy="8836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89B5718F-D0BF-47E1-A344-61AE3D1BF6E5}"/>
              </a:ext>
            </a:extLst>
          </p:cNvPr>
          <p:cNvSpPr/>
          <p:nvPr/>
        </p:nvSpPr>
        <p:spPr>
          <a:xfrm rot="16200000">
            <a:off x="8813982" y="3545258"/>
            <a:ext cx="334390" cy="101874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A0B3F32C-3FF7-4D7A-948D-A087E309E1A7}"/>
              </a:ext>
            </a:extLst>
          </p:cNvPr>
          <p:cNvSpPr/>
          <p:nvPr/>
        </p:nvSpPr>
        <p:spPr>
          <a:xfrm rot="16200000">
            <a:off x="11453010" y="3619513"/>
            <a:ext cx="334390" cy="101874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6C53E8B1-1809-427C-AEA1-54D357A068C9}"/>
              </a:ext>
            </a:extLst>
          </p:cNvPr>
          <p:cNvSpPr/>
          <p:nvPr/>
        </p:nvSpPr>
        <p:spPr>
          <a:xfrm>
            <a:off x="1982057" y="2038409"/>
            <a:ext cx="1212555" cy="1966432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E694A8E2-CD87-4F2E-9597-3516871A4DAC}"/>
              </a:ext>
            </a:extLst>
          </p:cNvPr>
          <p:cNvSpPr/>
          <p:nvPr/>
        </p:nvSpPr>
        <p:spPr>
          <a:xfrm>
            <a:off x="6064022" y="2000306"/>
            <a:ext cx="1256484" cy="2135231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22916363-106E-403C-9334-3612DF53E39A}"/>
              </a:ext>
            </a:extLst>
          </p:cNvPr>
          <p:cNvSpPr/>
          <p:nvPr/>
        </p:nvSpPr>
        <p:spPr>
          <a:xfrm>
            <a:off x="9992316" y="1964154"/>
            <a:ext cx="1256484" cy="1799236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reccia a destra 21">
            <a:extLst>
              <a:ext uri="{FF2B5EF4-FFF2-40B4-BE49-F238E27FC236}">
                <a16:creationId xmlns:a16="http://schemas.microsoft.com/office/drawing/2014/main" id="{7E066185-0D77-4D88-A26A-7D74879EC1E4}"/>
              </a:ext>
            </a:extLst>
          </p:cNvPr>
          <p:cNvSpPr/>
          <p:nvPr/>
        </p:nvSpPr>
        <p:spPr>
          <a:xfrm rot="13980333">
            <a:off x="1645228" y="3261986"/>
            <a:ext cx="393800" cy="104894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reccia a destra 22">
            <a:extLst>
              <a:ext uri="{FF2B5EF4-FFF2-40B4-BE49-F238E27FC236}">
                <a16:creationId xmlns:a16="http://schemas.microsoft.com/office/drawing/2014/main" id="{DCDD2C34-97EF-41AE-8463-B7250254A532}"/>
              </a:ext>
            </a:extLst>
          </p:cNvPr>
          <p:cNvSpPr/>
          <p:nvPr/>
        </p:nvSpPr>
        <p:spPr>
          <a:xfrm rot="8215704">
            <a:off x="5769575" y="2508125"/>
            <a:ext cx="393800" cy="104894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a destra 25">
            <a:extLst>
              <a:ext uri="{FF2B5EF4-FFF2-40B4-BE49-F238E27FC236}">
                <a16:creationId xmlns:a16="http://schemas.microsoft.com/office/drawing/2014/main" id="{00C1B2E1-9372-4CF6-94AA-3EA5807B6B28}"/>
              </a:ext>
            </a:extLst>
          </p:cNvPr>
          <p:cNvSpPr/>
          <p:nvPr/>
        </p:nvSpPr>
        <p:spPr>
          <a:xfrm rot="7381538">
            <a:off x="9666845" y="2303212"/>
            <a:ext cx="393800" cy="104894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114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dgm id="{67015240-2DD7-4559-B1EC-A0851B9A75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2">
                                            <p:graphicEl>
                                              <a:dgm id="{67015240-2DD7-4559-B1EC-A0851B9A75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dgm id="{5127BF68-52EC-48C4-9A18-FB0709A0B3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2">
                                            <p:graphicEl>
                                              <a:dgm id="{5127BF68-52EC-48C4-9A18-FB0709A0B3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dgm id="{5191BD88-488C-4220-9523-FEB25E4C19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42">
                                            <p:graphicEl>
                                              <a:dgm id="{5191BD88-488C-4220-9523-FEB25E4C19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dgm id="{5A76C54C-AA2B-4102-A0E5-0CF0FCCBAF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500"/>
                                        <p:tgtEl>
                                          <p:spTgt spid="42">
                                            <p:graphicEl>
                                              <a:dgm id="{5A76C54C-AA2B-4102-A0E5-0CF0FCCBAF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dgm id="{58083A33-C24C-435B-8956-388978E70B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500"/>
                                        <p:tgtEl>
                                          <p:spTgt spid="42">
                                            <p:graphicEl>
                                              <a:dgm id="{58083A33-C24C-435B-8956-388978E70B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dgm id="{B2D7B86C-6FEF-48F4-BADA-B1B7EFF11B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500"/>
                                        <p:tgtEl>
                                          <p:spTgt spid="42">
                                            <p:graphicEl>
                                              <a:dgm id="{B2D7B86C-6FEF-48F4-BADA-B1B7EFF11B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dgm id="{E7CF50F6-258A-498A-93B1-3E3623D66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500"/>
                                        <p:tgtEl>
                                          <p:spTgt spid="42">
                                            <p:graphicEl>
                                              <a:dgm id="{E7CF50F6-258A-498A-93B1-3E3623D665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dgm id="{654685C7-CF0D-4922-8BAE-D45C14B270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500"/>
                                        <p:tgtEl>
                                          <p:spTgt spid="42">
                                            <p:graphicEl>
                                              <a:dgm id="{654685C7-CF0D-4922-8BAE-D45C14B270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dgm id="{FBD13667-5793-46C3-B8F0-70D8A27B38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0"/>
                                        <p:tgtEl>
                                          <p:spTgt spid="42">
                                            <p:graphicEl>
                                              <a:dgm id="{FBD13667-5793-46C3-B8F0-70D8A27B38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graphicEl>
                                              <a:dgm id="{D1A8453C-4167-4BA8-B72B-AF6807AF77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2">
                                            <p:graphicEl>
                                              <a:dgm id="{D1A8453C-4167-4BA8-B72B-AF6807AF77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2" grpId="0" uiExpand="1">
        <p:bldSub>
          <a:bldDgm bld="one"/>
        </p:bldSub>
      </p:bldGraphic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AB4F950-DD77-4B6B-ACC5-7651C539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dirty="0" err="1">
                <a:solidFill>
                  <a:srgbClr val="FFFFFF"/>
                </a:solidFill>
              </a:rPr>
              <a:t>Length</a:t>
            </a:r>
            <a:r>
              <a:rPr lang="it-IT" sz="4000" dirty="0">
                <a:solidFill>
                  <a:srgbClr val="FFFFFF"/>
                </a:solidFill>
              </a:rPr>
              <a:t>, weight, turn x rep78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507B4BF-0DB5-443E-9532-F9AADE659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1" y="1574981"/>
            <a:ext cx="3905070" cy="294832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C99C985-655D-4EA8-BF7A-644E5FE24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147" y="1575461"/>
            <a:ext cx="3905070" cy="293856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EECAB6C8-6DFF-462C-85FD-ACFEAD1A11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7893" y="1575461"/>
            <a:ext cx="3905069" cy="2938566"/>
          </a:xfrm>
          <a:prstGeom prst="rect">
            <a:avLst/>
          </a:prstGeom>
        </p:spPr>
      </p:pic>
      <p:sp>
        <p:nvSpPr>
          <p:cNvPr id="14" name="Segnaposto numero diapositiva 13">
            <a:extLst>
              <a:ext uri="{FF2B5EF4-FFF2-40B4-BE49-F238E27FC236}">
                <a16:creationId xmlns:a16="http://schemas.microsoft.com/office/drawing/2014/main" id="{8650F894-0E31-4C31-A679-C394B6CE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E93C-7EB4-4D4E-B59C-D55A7DDFA126}" type="slidenum">
              <a:rPr lang="it-IT" smtClean="0"/>
              <a:t>15</a:t>
            </a:fld>
            <a:endParaRPr lang="it-IT"/>
          </a:p>
        </p:txBody>
      </p:sp>
      <p:graphicFrame>
        <p:nvGraphicFramePr>
          <p:cNvPr id="34" name="Content Placeholder 12">
            <a:extLst>
              <a:ext uri="{FF2B5EF4-FFF2-40B4-BE49-F238E27FC236}">
                <a16:creationId xmlns:a16="http://schemas.microsoft.com/office/drawing/2014/main" id="{D8D6A44D-976A-42EC-A1C2-A087C6988C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0301407"/>
              </p:ext>
            </p:extLst>
          </p:nvPr>
        </p:nvGraphicFramePr>
        <p:xfrm>
          <a:off x="0" y="4757195"/>
          <a:ext cx="12192000" cy="1964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DE0A0107-5B38-47F2-8BFE-A49771B092FB}"/>
              </a:ext>
            </a:extLst>
          </p:cNvPr>
          <p:cNvSpPr/>
          <p:nvPr/>
        </p:nvSpPr>
        <p:spPr>
          <a:xfrm rot="16200000">
            <a:off x="3426775" y="3911154"/>
            <a:ext cx="261395" cy="8836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EBB5E2CF-53D3-45D5-8F50-0FAB1D8F38F1}"/>
              </a:ext>
            </a:extLst>
          </p:cNvPr>
          <p:cNvSpPr/>
          <p:nvPr/>
        </p:nvSpPr>
        <p:spPr>
          <a:xfrm rot="16200000">
            <a:off x="7526142" y="4137997"/>
            <a:ext cx="261395" cy="8836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1FD7D655-117E-4BAC-B501-FDC979AA98B4}"/>
              </a:ext>
            </a:extLst>
          </p:cNvPr>
          <p:cNvSpPr/>
          <p:nvPr/>
        </p:nvSpPr>
        <p:spPr>
          <a:xfrm rot="16200000">
            <a:off x="11519408" y="3780456"/>
            <a:ext cx="261395" cy="8836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67F3EDE0-A5A9-43A4-AE80-68CA628C5D52}"/>
              </a:ext>
            </a:extLst>
          </p:cNvPr>
          <p:cNvSpPr/>
          <p:nvPr/>
        </p:nvSpPr>
        <p:spPr>
          <a:xfrm>
            <a:off x="674117" y="2698138"/>
            <a:ext cx="518075" cy="693216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4D6EBD15-8630-4CB5-97AE-A78655481CC0}"/>
              </a:ext>
            </a:extLst>
          </p:cNvPr>
          <p:cNvSpPr/>
          <p:nvPr/>
        </p:nvSpPr>
        <p:spPr>
          <a:xfrm>
            <a:off x="4796633" y="2873687"/>
            <a:ext cx="518075" cy="693216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5505AF69-C20B-486D-81FD-7F336BE70FD8}"/>
              </a:ext>
            </a:extLst>
          </p:cNvPr>
          <p:cNvSpPr/>
          <p:nvPr/>
        </p:nvSpPr>
        <p:spPr>
          <a:xfrm>
            <a:off x="8727859" y="2734848"/>
            <a:ext cx="518075" cy="476975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B6E8C6E9-58A2-449E-A8D3-8ABF108BCD4B}"/>
              </a:ext>
            </a:extLst>
          </p:cNvPr>
          <p:cNvSpPr/>
          <p:nvPr/>
        </p:nvSpPr>
        <p:spPr>
          <a:xfrm>
            <a:off x="1317729" y="2457722"/>
            <a:ext cx="514449" cy="693216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8A8EE0EC-C6EB-4B1C-97C4-EBD99328A3D8}"/>
              </a:ext>
            </a:extLst>
          </p:cNvPr>
          <p:cNvSpPr/>
          <p:nvPr/>
        </p:nvSpPr>
        <p:spPr>
          <a:xfrm>
            <a:off x="5440534" y="2687348"/>
            <a:ext cx="514449" cy="656344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C37D47D6-FBFD-4980-8F04-CD271CE4D819}"/>
              </a:ext>
            </a:extLst>
          </p:cNvPr>
          <p:cNvSpPr/>
          <p:nvPr/>
        </p:nvSpPr>
        <p:spPr>
          <a:xfrm>
            <a:off x="9385188" y="2517096"/>
            <a:ext cx="518075" cy="57048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52D3C806-E1CA-4372-B151-3A2FFD79FFB6}"/>
              </a:ext>
            </a:extLst>
          </p:cNvPr>
          <p:cNvSpPr/>
          <p:nvPr/>
        </p:nvSpPr>
        <p:spPr>
          <a:xfrm>
            <a:off x="1832178" y="1997243"/>
            <a:ext cx="1398657" cy="208879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B338678C-7C67-4ADB-AD22-C51B7E71FF60}"/>
              </a:ext>
            </a:extLst>
          </p:cNvPr>
          <p:cNvSpPr/>
          <p:nvPr/>
        </p:nvSpPr>
        <p:spPr>
          <a:xfrm>
            <a:off x="6078644" y="2131479"/>
            <a:ext cx="1191018" cy="2038918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74F80655-E1BC-43D9-B5DF-A15B66949017}"/>
              </a:ext>
            </a:extLst>
          </p:cNvPr>
          <p:cNvSpPr/>
          <p:nvPr/>
        </p:nvSpPr>
        <p:spPr>
          <a:xfrm>
            <a:off x="10121584" y="2244942"/>
            <a:ext cx="1092213" cy="171267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a destra 25">
            <a:extLst>
              <a:ext uri="{FF2B5EF4-FFF2-40B4-BE49-F238E27FC236}">
                <a16:creationId xmlns:a16="http://schemas.microsoft.com/office/drawing/2014/main" id="{60A3CB4D-45C8-4FFD-96CB-9FBC26C013BD}"/>
              </a:ext>
            </a:extLst>
          </p:cNvPr>
          <p:cNvSpPr/>
          <p:nvPr/>
        </p:nvSpPr>
        <p:spPr>
          <a:xfrm rot="8453559">
            <a:off x="2242584" y="2297367"/>
            <a:ext cx="652256" cy="11223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a destra 26">
            <a:extLst>
              <a:ext uri="{FF2B5EF4-FFF2-40B4-BE49-F238E27FC236}">
                <a16:creationId xmlns:a16="http://schemas.microsoft.com/office/drawing/2014/main" id="{52411C51-57A5-4FB0-9F88-E94F50FEB276}"/>
              </a:ext>
            </a:extLst>
          </p:cNvPr>
          <p:cNvSpPr/>
          <p:nvPr/>
        </p:nvSpPr>
        <p:spPr>
          <a:xfrm rot="8453559">
            <a:off x="6376931" y="2329329"/>
            <a:ext cx="652256" cy="11223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Freccia a destra 28">
            <a:extLst>
              <a:ext uri="{FF2B5EF4-FFF2-40B4-BE49-F238E27FC236}">
                <a16:creationId xmlns:a16="http://schemas.microsoft.com/office/drawing/2014/main" id="{8A39BC46-696C-40EC-9A88-9D24446253B9}"/>
              </a:ext>
            </a:extLst>
          </p:cNvPr>
          <p:cNvSpPr/>
          <p:nvPr/>
        </p:nvSpPr>
        <p:spPr>
          <a:xfrm rot="6638398">
            <a:off x="1863676" y="2835949"/>
            <a:ext cx="1511664" cy="12297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Freccia a destra 34">
            <a:extLst>
              <a:ext uri="{FF2B5EF4-FFF2-40B4-BE49-F238E27FC236}">
                <a16:creationId xmlns:a16="http://schemas.microsoft.com/office/drawing/2014/main" id="{B6EE5F3F-69FF-4B4E-B78F-BE3ABFE9DE27}"/>
              </a:ext>
            </a:extLst>
          </p:cNvPr>
          <p:cNvSpPr/>
          <p:nvPr/>
        </p:nvSpPr>
        <p:spPr>
          <a:xfrm rot="6638398">
            <a:off x="5982734" y="2912445"/>
            <a:ext cx="1511664" cy="122978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1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67015240-2DD7-4559-B1EC-A0851B9A75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4">
                                            <p:graphicEl>
                                              <a:dgm id="{67015240-2DD7-4559-B1EC-A0851B9A75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5127BF68-52EC-48C4-9A18-FB0709A0B3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34">
                                            <p:graphicEl>
                                              <a:dgm id="{5127BF68-52EC-48C4-9A18-FB0709A0B3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5191BD88-488C-4220-9523-FEB25E4C19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34">
                                            <p:graphicEl>
                                              <a:dgm id="{5191BD88-488C-4220-9523-FEB25E4C19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5A76C54C-AA2B-4102-A0E5-0CF0FCCBAF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34">
                                            <p:graphicEl>
                                              <a:dgm id="{5A76C54C-AA2B-4102-A0E5-0CF0FCCBAF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58083A33-C24C-435B-8956-388978E70B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500"/>
                                        <p:tgtEl>
                                          <p:spTgt spid="34">
                                            <p:graphicEl>
                                              <a:dgm id="{58083A33-C24C-435B-8956-388978E70B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B2D7B86C-6FEF-48F4-BADA-B1B7EFF11B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500"/>
                                        <p:tgtEl>
                                          <p:spTgt spid="34">
                                            <p:graphicEl>
                                              <a:dgm id="{B2D7B86C-6FEF-48F4-BADA-B1B7EFF11B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E7CF50F6-258A-498A-93B1-3E3623D66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500"/>
                                        <p:tgtEl>
                                          <p:spTgt spid="34">
                                            <p:graphicEl>
                                              <a:dgm id="{E7CF50F6-258A-498A-93B1-3E3623D665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654685C7-CF0D-4922-8BAE-D45C14B270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500"/>
                                        <p:tgtEl>
                                          <p:spTgt spid="34">
                                            <p:graphicEl>
                                              <a:dgm id="{654685C7-CF0D-4922-8BAE-D45C14B270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FBD13667-5793-46C3-B8F0-70D8A27B38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0"/>
                                        <p:tgtEl>
                                          <p:spTgt spid="34">
                                            <p:graphicEl>
                                              <a:dgm id="{FBD13667-5793-46C3-B8F0-70D8A27B38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graphicEl>
                                              <a:dgm id="{D1A8453C-4167-4BA8-B72B-AF6807AF77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500"/>
                                        <p:tgtEl>
                                          <p:spTgt spid="34">
                                            <p:graphicEl>
                                              <a:dgm id="{D1A8453C-4167-4BA8-B72B-AF6807AF77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4" grpId="0" uiExpand="1">
        <p:bldSub>
          <a:bldDgm bld="one"/>
        </p:bldSub>
      </p:bldGraphic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5E988AAB-1F9F-448B-B3AA-690AA02CE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dirty="0" err="1">
                <a:solidFill>
                  <a:srgbClr val="FFFFFF"/>
                </a:solidFill>
              </a:rPr>
              <a:t>Displa</a:t>
            </a:r>
            <a:r>
              <a:rPr lang="it-IT" sz="4000" dirty="0">
                <a:solidFill>
                  <a:srgbClr val="FFFFFF"/>
                </a:solidFill>
              </a:rPr>
              <a:t> x rep77/78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6D0DBD0F-A91C-481E-9F99-FCACAB83D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015" y="1661120"/>
            <a:ext cx="4211216" cy="316894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F7D4CE9-FBFC-426E-BCCB-63B1B9A42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356" y="1661119"/>
            <a:ext cx="4225255" cy="3168941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93C79E-EBAD-43E9-82B8-C2ABC8C6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5F9E93C-7EB4-4D4E-B59C-D55A7DDFA126}" type="slidenum">
              <a:rPr lang="it-IT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it-IT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1" name="Segnaposto contenuto 2">
            <a:extLst>
              <a:ext uri="{FF2B5EF4-FFF2-40B4-BE49-F238E27FC236}">
                <a16:creationId xmlns:a16="http://schemas.microsoft.com/office/drawing/2014/main" id="{2D4B7CC1-4870-4730-BC26-B8869C4B53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3890354"/>
              </p:ext>
            </p:extLst>
          </p:nvPr>
        </p:nvGraphicFramePr>
        <p:xfrm>
          <a:off x="28570" y="5033186"/>
          <a:ext cx="12163430" cy="1576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Ovale 11">
            <a:extLst>
              <a:ext uri="{FF2B5EF4-FFF2-40B4-BE49-F238E27FC236}">
                <a16:creationId xmlns:a16="http://schemas.microsoft.com/office/drawing/2014/main" id="{A2EB79EF-E491-467A-8409-3912E69B086D}"/>
              </a:ext>
            </a:extLst>
          </p:cNvPr>
          <p:cNvSpPr/>
          <p:nvPr/>
        </p:nvSpPr>
        <p:spPr>
          <a:xfrm>
            <a:off x="2744575" y="2339440"/>
            <a:ext cx="2183685" cy="1816924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9C7602BD-C7E2-404A-B8AF-122DDD6F839F}"/>
              </a:ext>
            </a:extLst>
          </p:cNvPr>
          <p:cNvSpPr/>
          <p:nvPr/>
        </p:nvSpPr>
        <p:spPr>
          <a:xfrm rot="16200000">
            <a:off x="5047322" y="4160674"/>
            <a:ext cx="261395" cy="8836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1FB0C87E-2759-4932-A7AF-9E397AF8FE53}"/>
              </a:ext>
            </a:extLst>
          </p:cNvPr>
          <p:cNvSpPr/>
          <p:nvPr/>
        </p:nvSpPr>
        <p:spPr>
          <a:xfrm rot="16200000">
            <a:off x="10080480" y="4148799"/>
            <a:ext cx="261395" cy="8836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9F67BA9B-0A6E-4E54-81A6-ECD1BB747160}"/>
              </a:ext>
            </a:extLst>
          </p:cNvPr>
          <p:cNvSpPr/>
          <p:nvPr/>
        </p:nvSpPr>
        <p:spPr>
          <a:xfrm>
            <a:off x="7721861" y="2399808"/>
            <a:ext cx="2183685" cy="1816924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A55460B2-AEB4-44C9-842B-4E75D1F429C2}"/>
              </a:ext>
            </a:extLst>
          </p:cNvPr>
          <p:cNvSpPr/>
          <p:nvPr/>
        </p:nvSpPr>
        <p:spPr>
          <a:xfrm>
            <a:off x="2029229" y="3074089"/>
            <a:ext cx="514449" cy="988195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25C5489E-7C14-4F19-884A-1642147E559B}"/>
              </a:ext>
            </a:extLst>
          </p:cNvPr>
          <p:cNvSpPr/>
          <p:nvPr/>
        </p:nvSpPr>
        <p:spPr>
          <a:xfrm>
            <a:off x="7055560" y="3233714"/>
            <a:ext cx="514449" cy="58458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0094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608846F9-001E-42C5-8AA4-32EE928085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1">
                                            <p:graphicEl>
                                              <a:dgm id="{608846F9-001E-42C5-8AA4-32EE928085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E5F33176-7FD6-4220-A12D-5E1372BAF4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21">
                                            <p:graphicEl>
                                              <a:dgm id="{E5F33176-7FD6-4220-A12D-5E1372BAF4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B24F6995-DD44-4216-9BCD-EFDA309768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21">
                                            <p:graphicEl>
                                              <a:dgm id="{B24F6995-DD44-4216-9BCD-EFDA309768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A9EC6FF2-15B5-416A-B8B2-42554B07DC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21">
                                            <p:graphicEl>
                                              <a:dgm id="{A9EC6FF2-15B5-416A-B8B2-42554B07DC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19AC0037-34A7-46D8-9A6A-A1418A80C3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21">
                                            <p:graphicEl>
                                              <a:dgm id="{19AC0037-34A7-46D8-9A6A-A1418A80C3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EF266BE6-80A2-4D7A-A707-6F4D8C06B0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500"/>
                                        <p:tgtEl>
                                          <p:spTgt spid="21">
                                            <p:graphicEl>
                                              <a:dgm id="{EF266BE6-80A2-4D7A-A707-6F4D8C06B0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 uiExpand="1">
        <p:bldSub>
          <a:bldDgm bld="one"/>
        </p:bldSub>
      </p:bldGraphic>
      <p:bldP spid="12" grpId="0" animBg="1"/>
      <p:bldP spid="13" grpId="0" animBg="1"/>
      <p:bldP spid="14" grpId="0" animBg="1"/>
      <p:bldP spid="16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DC6BD9C-68BF-41AA-9A75-EFE8A098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5F9E93C-7EB4-4D4E-B59C-D55A7DDFA126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 sz="1100">
              <a:solidFill>
                <a:srgbClr val="FFFFFF"/>
              </a:solidFill>
            </a:endParaRPr>
          </a:p>
        </p:txBody>
      </p:sp>
      <p:graphicFrame>
        <p:nvGraphicFramePr>
          <p:cNvPr id="13" name="Diagramma 12">
            <a:extLst>
              <a:ext uri="{FF2B5EF4-FFF2-40B4-BE49-F238E27FC236}">
                <a16:creationId xmlns:a16="http://schemas.microsoft.com/office/drawing/2014/main" id="{B787FC44-8E0A-4F12-B97C-FA90DB925E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4609207"/>
              </p:ext>
            </p:extLst>
          </p:nvPr>
        </p:nvGraphicFramePr>
        <p:xfrm>
          <a:off x="-23752" y="711289"/>
          <a:ext cx="6697684" cy="4978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3378BC13-8AE8-46C2-8503-B375200F1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6816045" y="1342928"/>
            <a:ext cx="4772575" cy="35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8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4E565A7A-67BB-46B6-8C46-909DEBB508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500"/>
                                        <p:tgtEl>
                                          <p:spTgt spid="13">
                                            <p:graphicEl>
                                              <a:dgm id="{4E565A7A-67BB-46B6-8C46-909DEBB508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C02F2C20-6F1B-4CE0-9331-723E53FF27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500"/>
                                        <p:tgtEl>
                                          <p:spTgt spid="13">
                                            <p:graphicEl>
                                              <a:dgm id="{C02F2C20-6F1B-4CE0-9331-723E53FF27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C872B01E-122B-47B7-A8C8-FD54AFFDF2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500"/>
                                        <p:tgtEl>
                                          <p:spTgt spid="13">
                                            <p:graphicEl>
                                              <a:dgm id="{C872B01E-122B-47B7-A8C8-FD54AFFDF2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5697B6B9-725B-4B19-BBB2-BCCBEE3458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500"/>
                                        <p:tgtEl>
                                          <p:spTgt spid="13">
                                            <p:graphicEl>
                                              <a:dgm id="{5697B6B9-725B-4B19-BBB2-BCCBEE3458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25D90A33-65E4-47B1-B4A0-39AA0E4907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500"/>
                                        <p:tgtEl>
                                          <p:spTgt spid="13">
                                            <p:graphicEl>
                                              <a:dgm id="{25D90A33-65E4-47B1-B4A0-39AA0E4907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BF2EC602-1B2B-400B-8699-E01F2982E7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500"/>
                                        <p:tgtEl>
                                          <p:spTgt spid="13">
                                            <p:graphicEl>
                                              <a:dgm id="{BF2EC602-1B2B-400B-8699-E01F2982E7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AD9667AA-2B70-4095-9B7C-4D2BD9ED3B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500"/>
                                        <p:tgtEl>
                                          <p:spTgt spid="13">
                                            <p:graphicEl>
                                              <a:dgm id="{AD9667AA-2B70-4095-9B7C-4D2BD9ED3B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 uiExpand="1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1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2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4431970F-4A7A-48D1-9154-04DF563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dirty="0" err="1">
                <a:solidFill>
                  <a:srgbClr val="FFFFFF"/>
                </a:solidFill>
              </a:rPr>
              <a:t>Gratio</a:t>
            </a:r>
            <a:r>
              <a:rPr lang="it-IT" sz="4000" dirty="0">
                <a:solidFill>
                  <a:srgbClr val="FFFFFF"/>
                </a:solidFill>
              </a:rPr>
              <a:t> x rep77/78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8F3A0FD-E0A3-4DC5-8475-C5B638F74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039" y="1623387"/>
            <a:ext cx="4468860" cy="3373989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8E5B2577-F27E-4CE6-A793-E68D6E74E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970" y="1623387"/>
            <a:ext cx="4483706" cy="3373989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D77946-3B30-44AA-8696-38840E15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5F9E93C-7EB4-4D4E-B59C-D55A7DDFA126}" type="slidenum">
              <a:rPr lang="it-IT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it-IT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2" name="Segnaposto contenuto 2">
            <a:extLst>
              <a:ext uri="{FF2B5EF4-FFF2-40B4-BE49-F238E27FC236}">
                <a16:creationId xmlns:a16="http://schemas.microsoft.com/office/drawing/2014/main" id="{D98F88C4-6B2D-43A2-B0B3-8E0A94EE03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2829701"/>
              </p:ext>
            </p:extLst>
          </p:nvPr>
        </p:nvGraphicFramePr>
        <p:xfrm>
          <a:off x="14285" y="5067690"/>
          <a:ext cx="12163430" cy="1753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4" name="Ovale 13">
            <a:extLst>
              <a:ext uri="{FF2B5EF4-FFF2-40B4-BE49-F238E27FC236}">
                <a16:creationId xmlns:a16="http://schemas.microsoft.com/office/drawing/2014/main" id="{D91DCB99-B996-4529-81DA-F29532E41E2D}"/>
              </a:ext>
            </a:extLst>
          </p:cNvPr>
          <p:cNvSpPr/>
          <p:nvPr/>
        </p:nvSpPr>
        <p:spPr>
          <a:xfrm>
            <a:off x="4852657" y="2969536"/>
            <a:ext cx="507163" cy="435723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6A8CFD28-0315-42C3-9D15-04EAF0EF013C}"/>
              </a:ext>
            </a:extLst>
          </p:cNvPr>
          <p:cNvSpPr/>
          <p:nvPr/>
        </p:nvSpPr>
        <p:spPr>
          <a:xfrm>
            <a:off x="10183639" y="2358191"/>
            <a:ext cx="507163" cy="1083164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9A1AB23C-E945-42B2-BB8B-5D9E0762FED8}"/>
              </a:ext>
            </a:extLst>
          </p:cNvPr>
          <p:cNvSpPr/>
          <p:nvPr/>
        </p:nvSpPr>
        <p:spPr>
          <a:xfrm>
            <a:off x="2358189" y="2214267"/>
            <a:ext cx="2443749" cy="2153196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B455F2B6-281B-477A-8614-438A3BF683A3}"/>
              </a:ext>
            </a:extLst>
          </p:cNvPr>
          <p:cNvSpPr/>
          <p:nvPr/>
        </p:nvSpPr>
        <p:spPr>
          <a:xfrm>
            <a:off x="8424899" y="2129588"/>
            <a:ext cx="1758740" cy="2249905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E424B455-84C8-4FD5-8B98-B834957282C4}"/>
              </a:ext>
            </a:extLst>
          </p:cNvPr>
          <p:cNvSpPr/>
          <p:nvPr/>
        </p:nvSpPr>
        <p:spPr>
          <a:xfrm rot="20655160">
            <a:off x="7479805" y="3655427"/>
            <a:ext cx="451632" cy="144000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8A2DDB28-5C89-4EAB-BC31-A5372A17B697}"/>
              </a:ext>
            </a:extLst>
          </p:cNvPr>
          <p:cNvSpPr/>
          <p:nvPr/>
        </p:nvSpPr>
        <p:spPr>
          <a:xfrm rot="19412264">
            <a:off x="1400808" y="3592393"/>
            <a:ext cx="451632" cy="144000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240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608846F9-001E-42C5-8AA4-32EE928085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2">
                                            <p:graphicEl>
                                              <a:dgm id="{608846F9-001E-42C5-8AA4-32EE928085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E5F33176-7FD6-4220-A12D-5E1372BAF4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22">
                                            <p:graphicEl>
                                              <a:dgm id="{E5F33176-7FD6-4220-A12D-5E1372BAF4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B24F6995-DD44-4216-9BCD-EFDA309768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22">
                                            <p:graphicEl>
                                              <a:dgm id="{B24F6995-DD44-4216-9BCD-EFDA309768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A9EC6FF2-15B5-416A-B8B2-42554B07DC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0"/>
                                        <p:tgtEl>
                                          <p:spTgt spid="22">
                                            <p:graphicEl>
                                              <a:dgm id="{A9EC6FF2-15B5-416A-B8B2-42554B07DC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6CAA6B81-A185-4422-9EEE-7CE26CDA42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22">
                                            <p:graphicEl>
                                              <a:dgm id="{6CAA6B81-A185-4422-9EEE-7CE26CDA42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1AD0F5D4-E864-4199-AF73-126FB29C6D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500"/>
                                        <p:tgtEl>
                                          <p:spTgt spid="22">
                                            <p:graphicEl>
                                              <a:dgm id="{1AD0F5D4-E864-4199-AF73-126FB29C6D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19AC0037-34A7-46D8-9A6A-A1418A80C3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22">
                                            <p:graphicEl>
                                              <a:dgm id="{19AC0037-34A7-46D8-9A6A-A1418A80C3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EF266BE6-80A2-4D7A-A707-6F4D8C06B0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0"/>
                                        <p:tgtEl>
                                          <p:spTgt spid="22">
                                            <p:graphicEl>
                                              <a:dgm id="{EF266BE6-80A2-4D7A-A707-6F4D8C06B0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 uiExpand="1">
        <p:bldSub>
          <a:bldDgm bld="one"/>
        </p:bldSub>
      </p:bldGraphic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C100AC-F8D1-4E67-B89B-5F4C244C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5F9E93C-7EB4-4D4E-B59C-D55A7DDFA126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3C4D402-1918-4CB9-9A6C-ED3C5FDF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0451"/>
            <a:ext cx="12192000" cy="7130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 err="1">
                <a:solidFill>
                  <a:schemeClr val="bg1"/>
                </a:solidFill>
              </a:rPr>
              <a:t>Valutazioni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finali</a:t>
            </a:r>
            <a:r>
              <a:rPr lang="en-US" sz="4000" dirty="0">
                <a:solidFill>
                  <a:schemeClr val="bg1"/>
                </a:solidFill>
              </a:rPr>
              <a:t> – auto </a:t>
            </a:r>
            <a:r>
              <a:rPr lang="en-US" sz="4000" dirty="0" err="1">
                <a:solidFill>
                  <a:schemeClr val="bg1"/>
                </a:solidFill>
              </a:rPr>
              <a:t>migliori</a:t>
            </a:r>
            <a:r>
              <a:rPr lang="en-US" sz="4000" dirty="0">
                <a:solidFill>
                  <a:schemeClr val="bg1"/>
                </a:solidFill>
              </a:rPr>
              <a:t> (</a:t>
            </a:r>
            <a:r>
              <a:rPr lang="en-US" sz="4000" dirty="0" err="1">
                <a:solidFill>
                  <a:schemeClr val="bg1"/>
                </a:solidFill>
              </a:rPr>
              <a:t>livello</a:t>
            </a:r>
            <a:r>
              <a:rPr lang="en-US" sz="4000" dirty="0">
                <a:solidFill>
                  <a:schemeClr val="bg1"/>
                </a:solidFill>
              </a:rPr>
              <a:t> 5)</a:t>
            </a:r>
          </a:p>
        </p:txBody>
      </p:sp>
      <p:graphicFrame>
        <p:nvGraphicFramePr>
          <p:cNvPr id="8" name="Diagramma 7">
            <a:extLst>
              <a:ext uri="{FF2B5EF4-FFF2-40B4-BE49-F238E27FC236}">
                <a16:creationId xmlns:a16="http://schemas.microsoft.com/office/drawing/2014/main" id="{DE90AE39-C82F-4901-99BE-DC98099D64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0211533"/>
              </p:ext>
            </p:extLst>
          </p:nvPr>
        </p:nvGraphicFramePr>
        <p:xfrm>
          <a:off x="1467218" y="1853539"/>
          <a:ext cx="9257564" cy="4320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7945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C100AC-F8D1-4E67-B89B-5F4C244C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5F9E93C-7EB4-4D4E-B59C-D55A7DDFA126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3C4D402-1918-4CB9-9A6C-ED3C5FDF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0451"/>
            <a:ext cx="12192000" cy="7130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 err="1">
                <a:solidFill>
                  <a:schemeClr val="bg1"/>
                </a:solidFill>
              </a:rPr>
              <a:t>Valutazioni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finali</a:t>
            </a:r>
            <a:r>
              <a:rPr lang="en-US" sz="4000" dirty="0">
                <a:solidFill>
                  <a:schemeClr val="bg1"/>
                </a:solidFill>
              </a:rPr>
              <a:t> – auto </a:t>
            </a:r>
            <a:r>
              <a:rPr lang="en-US" sz="4000" dirty="0" err="1">
                <a:solidFill>
                  <a:schemeClr val="bg1"/>
                </a:solidFill>
              </a:rPr>
              <a:t>peggiori</a:t>
            </a:r>
            <a:r>
              <a:rPr lang="en-US" sz="4000" dirty="0">
                <a:solidFill>
                  <a:schemeClr val="bg1"/>
                </a:solidFill>
              </a:rPr>
              <a:t> (</a:t>
            </a:r>
            <a:r>
              <a:rPr lang="en-US" sz="4000" dirty="0" err="1">
                <a:solidFill>
                  <a:schemeClr val="bg1"/>
                </a:solidFill>
              </a:rPr>
              <a:t>livello</a:t>
            </a:r>
            <a:r>
              <a:rPr lang="en-US" sz="4000" dirty="0">
                <a:solidFill>
                  <a:schemeClr val="bg1"/>
                </a:solidFill>
              </a:rPr>
              <a:t> 1)</a:t>
            </a:r>
          </a:p>
        </p:txBody>
      </p:sp>
      <p:graphicFrame>
        <p:nvGraphicFramePr>
          <p:cNvPr id="8" name="Diagramma 7">
            <a:extLst>
              <a:ext uri="{FF2B5EF4-FFF2-40B4-BE49-F238E27FC236}">
                <a16:creationId xmlns:a16="http://schemas.microsoft.com/office/drawing/2014/main" id="{DE90AE39-C82F-4901-99BE-DC98099D64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6835305"/>
              </p:ext>
            </p:extLst>
          </p:nvPr>
        </p:nvGraphicFramePr>
        <p:xfrm>
          <a:off x="1467218" y="1853539"/>
          <a:ext cx="9257564" cy="4320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6259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1A59611-F0BC-46AC-B2A5-8A75579C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5F9E93C-7EB4-4D4E-B59C-D55A7DDFA126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A86ABDE-2316-41BE-831B-17194DC30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33111"/>
            <a:ext cx="12191999" cy="826112"/>
          </a:xfrm>
        </p:spPr>
        <p:txBody>
          <a:bodyPr/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Migliori vs Peggiori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2CA0E670-7C38-41FB-839D-297CF1A317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258663"/>
              </p:ext>
            </p:extLst>
          </p:nvPr>
        </p:nvGraphicFramePr>
        <p:xfrm>
          <a:off x="3910264" y="782053"/>
          <a:ext cx="8061158" cy="5842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5821F5AA-9F27-480D-8A3C-64D123DFBDC1}"/>
              </a:ext>
            </a:extLst>
          </p:cNvPr>
          <p:cNvSpPr txBox="1"/>
          <p:nvPr/>
        </p:nvSpPr>
        <p:spPr>
          <a:xfrm>
            <a:off x="479368" y="2353025"/>
            <a:ext cx="38435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bg1"/>
                </a:solidFill>
              </a:rPr>
              <a:t>Le auto di origine E hanno caratteristiche variabili a seconda del modello ed assumono valori centrali nel 77 e hanno un miglioramento nel 78</a:t>
            </a:r>
          </a:p>
          <a:p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518928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74BB73-CAAA-44FF-B379-287629EF8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563" y="2719137"/>
            <a:ext cx="3226973" cy="1231152"/>
          </a:xfrm>
        </p:spPr>
        <p:txBody>
          <a:bodyPr anchor="b">
            <a:normAutofit/>
          </a:bodyPr>
          <a:lstStyle/>
          <a:p>
            <a:pPr algn="ctr"/>
            <a:r>
              <a:rPr lang="it-IT" sz="4000" dirty="0">
                <a:solidFill>
                  <a:srgbClr val="FFFFFF"/>
                </a:solidFill>
              </a:rPr>
              <a:t>Differenze da rep77 a rep78</a:t>
            </a:r>
          </a:p>
        </p:txBody>
      </p:sp>
      <p:graphicFrame>
        <p:nvGraphicFramePr>
          <p:cNvPr id="23" name="Segnaposto contenuto 2">
            <a:extLst>
              <a:ext uri="{FF2B5EF4-FFF2-40B4-BE49-F238E27FC236}">
                <a16:creationId xmlns:a16="http://schemas.microsoft.com/office/drawing/2014/main" id="{DE834C43-D906-41A4-BABB-7748C08B7B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353546"/>
              </p:ext>
            </p:extLst>
          </p:nvPr>
        </p:nvGraphicFramePr>
        <p:xfrm>
          <a:off x="4307536" y="511388"/>
          <a:ext cx="7844840" cy="6093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85626E-6303-4826-ACBB-B58C1F32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5F9E93C-7EB4-4D4E-B59C-D55A7DDFA126}" type="slidenum">
              <a:rPr lang="it-IT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22</a:t>
            </a:fld>
            <a:endParaRPr lang="it-IT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146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1442</Words>
  <Application>Microsoft Office PowerPoint</Application>
  <PresentationFormat>Widescreen</PresentationFormat>
  <Paragraphs>159</Paragraphs>
  <Slides>22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di Office</vt:lpstr>
      <vt:lpstr>STATISTICS OF AUTOMOBILE MODELS  In JM Chambers et al(Eds.), Graphical Methods for Data Analysis, 1983, pages 352-355 </vt:lpstr>
      <vt:lpstr>Descrizione dataset e obiettivo</vt:lpstr>
      <vt:lpstr>Osservazioni preliminari</vt:lpstr>
      <vt:lpstr>Analisi frequenze rep77 e rep78</vt:lpstr>
      <vt:lpstr>Analisi origin per rep77/78</vt:lpstr>
      <vt:lpstr>Presentazione standard di PowerPoint</vt:lpstr>
      <vt:lpstr>Presentazione standard di PowerPoint</vt:lpstr>
      <vt:lpstr>Presentazione standard di PowerPoint</vt:lpstr>
      <vt:lpstr>Mpg x rep77</vt:lpstr>
      <vt:lpstr>Mpg x rep78</vt:lpstr>
      <vt:lpstr>Presentazione standard di PowerPoint</vt:lpstr>
      <vt:lpstr>Trunk x rep77/78</vt:lpstr>
      <vt:lpstr>Presentazione standard di PowerPoint</vt:lpstr>
      <vt:lpstr>Length, weight, turn x rep77</vt:lpstr>
      <vt:lpstr>Length, weight, turn x rep78</vt:lpstr>
      <vt:lpstr>Displa x rep77/78</vt:lpstr>
      <vt:lpstr>Presentazione standard di PowerPoint</vt:lpstr>
      <vt:lpstr>Gratio x rep77/78</vt:lpstr>
      <vt:lpstr>Valutazioni finali – auto migliori (livello 5)</vt:lpstr>
      <vt:lpstr>Valutazioni finali – auto peggiori (livello 1)</vt:lpstr>
      <vt:lpstr>Migliori vs Peggiori</vt:lpstr>
      <vt:lpstr>Differenze da rep77 a rep78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Alessandro Ricchebono</dc:creator>
  <cp:lastModifiedBy>Giovanni Giacomo Cerasoli</cp:lastModifiedBy>
  <cp:revision>85</cp:revision>
  <dcterms:created xsi:type="dcterms:W3CDTF">2021-12-07T12:59:09Z</dcterms:created>
  <dcterms:modified xsi:type="dcterms:W3CDTF">2021-12-14T14:13:47Z</dcterms:modified>
</cp:coreProperties>
</file>

<file path=userCustomization/customUI.xml><?xml version="1.0" encoding="utf-8"?>
<mso:customUI xmlns:mso="http://schemas.microsoft.com/office/2006/01/customui">
  <mso:ribbon>
    <mso:qat>
      <mso:documentControls>
        <mso:control idQ="mso:FileSave" visible="true"/>
        <mso:control idQ="mso:FileSaveAs" visible="true"/>
      </mso:documentControls>
    </mso:qat>
  </mso:ribbon>
</mso:customUI>
</file>